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Parity counts whether the number of ones is even or odd. Reduce XOR folds every bit with xor: odd count of ones gives one, even gives zero. You can fold left to right in a chain or pair bits in a balanced tree—XOR is associative, so both give the same answer. A tree needs about log N stages; a chain needs N minus one. Hardware parity generators prefer trees for timing. This module makes reduce XOR and tree depth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Four-bit one-zero-one-zero has two ones, so reduce XOR equals zero. Level one pairs one xor zero and one xor zero to get one-one; level two xors those to root zero. Tree depth for four bits is two; chain depth is three. Even parity bit equals reduce XOR; odd parity is the inverse. Flip any single bit and parity toggles. An odd leftover at a tree level promotes unchanged to the next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bit row and XOR tree diagram, and the parity readouts. Load the starter—four bits one-zero-one-zero, reduce XOR equals zero, tree depth two versus chain depth three. Step tree levels or reveal the full tree, then compare depths.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reduce-xor the bits one-one-zero-one by hand. Draw a balanced tree for eight bits and state tree depth versus chain depth. For reduce XOR equals one, give even and odd parity bits. Name one pitfall: building a long XOR chain when a tree would meet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even parity with odd parity—one is the complement of the other. Tree and chain must agree on the final bit, but not on delay. And remember: the browser lab is literacy. Real links still need generator polynomials, multi-bit ECC, and on-wire framing beyond a single parity 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sketch one four-bit tree and label each level. When you are ready, take the short quiz, then continue to tri-state and 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XOR parity tree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Parity counts whether the number of ones is even or odd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xor parity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Fold, depth, even and odd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Four-bit one-zero-one-zero has two ones, so reduce XOR equals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Level one pairs one xor zero and one xor zero to get one-one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Tree depth for four bits is two; chain depth is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Even parity bit equals reduce XOR; odd parity is the inverse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Flip any single bit and parity toggles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 odd leftover at a tree level promotes unchanged to the next 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xor parity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XOR parity tree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xor parity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reduce-xor the bits one-one-zero-one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Draw a balanced tree for eight bits and state tree depth versus chain depth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reduce XOR equals one, give even and odd parity bits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building a long XOR chain when a tree would meet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xor parity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even parity with odd parity, one is the complement of the other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Tree and chain must agree on the final bit, but not on delay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links still need generator polynomials, multi-bit ECC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xor parity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sketch one four-bit tree and label each level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tri-state and 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xor parity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