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Parity counts whether the number of ones is even or odd. Reduce XOR folds every bit with xor: odd count of ones gives one, even gives zero. You can fold left to right in a chain or pair bits in a balanced tree—XOR is associative, so both give the same answer. A tree needs about log N stages; a chain needs N minus one. Hardware parity generators prefer trees for timing. This module makes reduce XOR and tree depth concrete.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Four-bit one-zero-one-zero has two ones, so reduce XOR equals zero. Level one pairs one xor zero and one xor zero to get one-one; level two xors those to root zero. Tree depth for four bits is two; chain depth is three. Even parity bit equals reduce XOR; odd parity is the inverse. Flip any single bit and parity toggles. An odd leftover at a tree level promotes unchanged to the next row.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the browser lab, look at three pieces: the challenge panel, the bit row and XOR tree diagram, and the parity readouts. Load the starter—four bits one-zero-one-zero, reduce XOR equals zero, tree depth two versus chain depth three. Step tree levels or reveal the full tree, then compare depths. Use Check when a challenge looks done.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the workbook track, reduce-xor the bits one-one-zero-one by hand. Draw a balanced tree for eight bits and state tree depth versus chain depth. For reduce XOR equals one, give even and odd parity bits. Name one pitfall: building a long XOR chain when a tree would meet timing.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confuse even parity with odd parity—one is the complement of the other. Tree and chain must agree on the final bit, but not on delay. And remember: the browser lab is literacy. Real links still need generator polynomials, multi-bit ECC, and on-wire framing beyond a single parity bit.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Complete the checklist for at least one track—preferably both. In the browser, finish a few challenges after the starter. On paper, sketch one four-bit tree and label each level. When you are ready, take the short quiz, then continue to tri-state and bus.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XOR parity tree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Parity counts whether the number of ones is even or odd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learn_digital — xor parity tree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Fold, depth, even and odd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Four-bit one-zero-one-zero has two ones, so reduce XOR equals zero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Level one pairs one xor zero and one xor zero to get one-one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Tree depth for four bits is two; chain depth is three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Even parity bit equals reduce XOR; odd parity is the inverse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Flip any single bit and parity toggles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An odd leftover at a tree level promotes unchanged to the next row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learn_digital — xor parity tree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</a:t>
            </a:r>
          </a:p>
        </p:txBody>
      </p:sp>
      <p:pic>
        <p:nvPicPr>
          <p:cNvPr id="3" name="Picture 2" descr="lab-star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73152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XOR parity tree starter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learn_digital — xor parity tree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Workbook 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In the workbook track, reduce-xor the bits one-one-zero-one by hand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Draw a balanced tree for eight bits and state tree depth versus chain depth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For reduce XOR equals one, give even and odd parity bits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Name one pitfall: building a long XOR chain when a tree would meet timing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learn_digital — xor parity tree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 to watch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Do not confuse even parity with odd parity, one is the complement of the other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Tree and chain must agree on the final bit, but not on delay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And remember: the browser lab is literacy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Real links still need generator polynomials, multi-bit ECC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learn_digital — xor parity tree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Complete the checklist for at least one track, preferably both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In the browser, finish a few challenges after the starter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On paper, sketch one four-bit tree and label each level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When you are ready, take the short quiz, then continue to tri-state and bus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learn_digital — xor parity tree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