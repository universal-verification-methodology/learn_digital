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arithmetic logic unit takes two operands, an opcode, and produces a result plus condition flags. Opcode selects the function—add, subtract, AND, OR, XOR, shift, compare. The datapath is shared; control wires pick which hardware runs. Flags summarize the outcome: Z when Y is zero, N from the MSB, C for carry or borrow, V for signed overflow on add or sub. This module steps a four-bit ALU and reads flags after each operation.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Starter: four-bit ADD, A equals five, B equals three. Result Y is one-zero-zero-zero binary—eight unsigned, minus eight signed in four bits because the MSB is set. Flags: Z zero, N one, C zero, V zero. Switch opcode to SUB, AND, or SLT and watch Y and flags change. On ADD, C equals one means unsigned carry out. On SUB, C equals one means no borrow. V lights up when signed add or sub overflows the representable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look at three pieces: the opcode grid, the A and B bit rows, and the Y plus Z-N-C-V flag strip. Load the starter—ADD with five and three. Toggle bits, change width, try SLT versus SLT.S for signed compare. Use Check when a challenge looks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workbook track, compute four-bit ADD five plus three and list Z, N, C, V. Do SUB three minus five and explain C equals zero. AND twelve with three for zero and Z equals one. Explain when unsigned SLT and signed SLT.S disagree on fifteen versus one. Name one pitfall: reading C as signed overflow instead of 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mix unsigned carry with signed overflow—C and V mean different things. N is MSB of result, not a separate sign register. Compare ops return zero or one in Y, not a full difference. And remember: the browser lab is literacy. Real ALUs still need decode, timing, and ISA-specific flag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the checklist for at least one track—preferably both. In the browser, finish a few challenges after the starter. On paper, fill one opcode row with Y and flags. When you are ready, take the short quiz, then continue to carry-select adder.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ALU explorer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An arithmetic logic unit takes two operands, an opcode, and produces a result plus condition flags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alu explorer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ADD five plus three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Starter: four-bit ADD, A equals five, B equals three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Result Y is one-zero-zero-zero binary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Flags: Z zero, N one, C zero, V zero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Switch opcode to SUB, AND, or SLT and watch Y and flags change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ADD, C equals one means unsigned carry out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SUB, C equals one means no borrow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alu explorer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</a:t>
            </a:r>
          </a:p>
        </p:txBody>
      </p:sp>
      <p:pic>
        <p:nvPicPr>
          <p:cNvPr id="3" name="Picture 2" descr="lab-star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ALU explorer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alu explorer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Workbook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workbook track, compute four-bit ADD five plus three and list Z, N, C, V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SUB three minus five and explain C equals zero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AND twelve with three for zero and Z equals one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Explain when unsigned SLT and signed SLT.S disagree on fifteen versus one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one pitfall: reading C as signed overflow instead of 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alu explorer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mix unsigned carry with signed overflow, C and V mean different things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 is MSB of result, not a separate sign register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Compare ops return zero or one in Y, not a full difference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And remember: the browser lab is literacy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Real ALUs still need decode, timing, and ISA-specific flag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alu explorer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checklist for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browser, finish a few challenges after the starter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paper, fill one opcode row with Y and flags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 are ready, take the short quiz, then continue to carry-select adder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alu explorer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