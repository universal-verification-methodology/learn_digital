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chip is more than gates—it is blocks wired together. Each block is a major unit: CPU, ALU, register file, memory, or bus. Ports are named pins with direction and type—address, data, control, or instruction. A legal wire goes from an output to an input of the same type. The datapath is where computation happens: register file feeds the ALU, and results write back. Memory holds instructions and data. The CPU issues control, address, and data toward the rest of the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preset: CPU, ALU, RegFile, and Memory on the canvas. The datapath is already wired—rs1 and rs2 feed ALU inputs A and B, cpu alu_op drives the ALU operation, ALU result Y writes to rf rd, and cpu rf_ctrl enables the register write. Four links are still missing: CPU address to memory address, CPU write data to memory write data, memory read data back to the CPU, and memory instruction fetch to the CPU. Click an output port, then a matching input, until validation turns green.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and read the verdict panel. Green means all required wires are present with no illegal connections. Red marks type or direction mistakes. The connection list shows every wire; remove one to see validation fail. Try the complete preset to see a finished system, or the via-system-bus preset where the CPU talks to memory through a bus block. Challenges ask you to finish the starter or build from a blank canvas.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paper, sketch four blocks—CPU, ALU, RegFile, and Memory—and label their ports. Draw the five datapath wires from the starter. Add the four CPU-to-memory links and name each signal. Explain why addr cannot wire to a data port in this teaching model. Optionally sketch how a bus sits between CPU and memory instead of a direct link.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wire output to output or input to input—direction matters. Types must match; the lab rejects addr-to-data mistakes. One input accepts only one driver; a new wire replaces the old one. This is a conceptual integration sketch, not a full SoC generator or place-and-route tool. And remember: missing even one required edge keeps the system incomplete even if everything else looks fine.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the starter until integration passes, then load the bus preset. On paper, list the nine required edges for the complete mini system. When you are ready, take the short quiz, then continue to the course wrap and Verilog bridge.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System integration</a:t>
            </a:r>
          </a:p>
          <a:p>
            <a:pPr algn="ctr">
              <a:lnSpc>
                <a:spcPts val="2200"/>
              </a:lnSpc>
              <a:spcBef>
                <a:spcPts val="1400"/>
              </a:spcBef>
            </a:pPr>
            <a:r>
              <a:rPr sz="2600" b="0">
                <a:solidFill>
                  <a:srgbClr val="333333"/>
                </a:solidFill>
                <a:latin typeface="Calibri"/>
              </a:rPr>
              <a:t>A chip is more than gates, it is blocks wired together</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block diagram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Starter mini CPU</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preset: CPU, ALU, RegFile, and Memory on the canvas</a:t>
            </a:r>
          </a:p>
          <a:p>
            <a:pPr lvl="0" marL="457200" indent="-228600">
              <a:buFont typeface="Calibri"/>
              <a:spcAft>
                <a:spcPts val="1000"/>
              </a:spcAft>
              <a:buSzPct val="100000"/>
              <a:buChar char="•"/>
              <a:lnSpc>
                <a:spcPts val="2200"/>
              </a:lnSpc>
            </a:pPr>
            <a:r>
              <a:rPr sz="2000" b="0">
                <a:solidFill>
                  <a:srgbClr val="333333"/>
                </a:solidFill>
                <a:latin typeface="Calibri"/>
              </a:rPr>
              <a:t>Cpu rf_ctrl enables the register write</a:t>
            </a:r>
          </a:p>
          <a:p>
            <a:pPr lvl="0" marL="457200" indent="-228600">
              <a:buFont typeface="Calibri"/>
              <a:spcAft>
                <a:spcPts val="1000"/>
              </a:spcAft>
              <a:buSzPct val="100000"/>
              <a:buChar char="•"/>
              <a:lnSpc>
                <a:spcPts val="2200"/>
              </a:lnSpc>
            </a:pPr>
            <a:r>
              <a:rPr sz="2000" b="0">
                <a:solidFill>
                  <a:srgbClr val="333333"/>
                </a:solidFill>
                <a:latin typeface="Calibri"/>
              </a:rPr>
              <a:t>Four links are still missing</a:t>
            </a:r>
          </a:p>
          <a:p>
            <a:pPr lvl="0" marL="457200" indent="-228600">
              <a:buFont typeface="Calibri"/>
              <a:spcAft>
                <a:spcPts val="1000"/>
              </a:spcAft>
              <a:buSzPct val="100000"/>
              <a:buChar char="•"/>
              <a:lnSpc>
                <a:spcPts val="2200"/>
              </a:lnSpc>
            </a:pPr>
            <a:r>
              <a:rPr sz="2000" b="0">
                <a:solidFill>
                  <a:srgbClr val="333333"/>
                </a:solidFill>
                <a:latin typeface="Calibri"/>
              </a:rPr>
              <a:t>Click an output port, then a matching input, until validation turns green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block diagram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Block diagram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block diagram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 paper, sketch four blocks, CPU, ALU, RegFile, and Memory, and label their ports</a:t>
            </a:r>
          </a:p>
          <a:p>
            <a:pPr lvl="0" marL="457200" indent="-228600">
              <a:buFont typeface="Calibri"/>
              <a:spcAft>
                <a:spcPts val="1000"/>
              </a:spcAft>
              <a:buSzPct val="100000"/>
              <a:buChar char="•"/>
              <a:lnSpc>
                <a:spcPts val="2200"/>
              </a:lnSpc>
            </a:pPr>
            <a:r>
              <a:rPr sz="2000" b="0">
                <a:solidFill>
                  <a:srgbClr val="333333"/>
                </a:solidFill>
                <a:latin typeface="Calibri"/>
              </a:rPr>
              <a:t>Draw the five datapath wires from the starter</a:t>
            </a:r>
          </a:p>
          <a:p>
            <a:pPr lvl="0" marL="457200" indent="-228600">
              <a:buFont typeface="Calibri"/>
              <a:spcAft>
                <a:spcPts val="1000"/>
              </a:spcAft>
              <a:buSzPct val="100000"/>
              <a:buChar char="•"/>
              <a:lnSpc>
                <a:spcPts val="2200"/>
              </a:lnSpc>
            </a:pPr>
            <a:r>
              <a:rPr sz="2000" b="0">
                <a:solidFill>
                  <a:srgbClr val="333333"/>
                </a:solidFill>
                <a:latin typeface="Calibri"/>
              </a:rPr>
              <a:t>Add the four CPU-to-memory links and name each signal</a:t>
            </a:r>
          </a:p>
          <a:p>
            <a:pPr lvl="0" marL="457200" indent="-228600">
              <a:buFont typeface="Calibri"/>
              <a:spcAft>
                <a:spcPts val="1000"/>
              </a:spcAft>
              <a:buSzPct val="100000"/>
              <a:buChar char="•"/>
              <a:lnSpc>
                <a:spcPts val="2200"/>
              </a:lnSpc>
            </a:pPr>
            <a:r>
              <a:rPr sz="2000" b="0">
                <a:solidFill>
                  <a:srgbClr val="333333"/>
                </a:solidFill>
                <a:latin typeface="Calibri"/>
              </a:rPr>
              <a:t>Explain why addr cannot wire to a data port in this teaching model</a:t>
            </a:r>
          </a:p>
          <a:p>
            <a:pPr lvl="0" marL="457200" indent="-228600">
              <a:buFont typeface="Calibri"/>
              <a:spcAft>
                <a:spcPts val="1000"/>
              </a:spcAft>
              <a:buSzPct val="100000"/>
              <a:buChar char="•"/>
              <a:lnSpc>
                <a:spcPts val="2200"/>
              </a:lnSpc>
            </a:pPr>
            <a:r>
              <a:rPr sz="2000" b="0">
                <a:solidFill>
                  <a:srgbClr val="333333"/>
                </a:solidFill>
                <a:latin typeface="Calibri"/>
              </a:rPr>
              <a:t>Optionally sketch how a bus sits between CPU and memory instead of a direct link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block diagram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wire output to output or input to input, direction matters</a:t>
            </a:r>
          </a:p>
          <a:p>
            <a:pPr lvl="0" marL="457200" indent="-228600">
              <a:buFont typeface="Calibri"/>
              <a:spcAft>
                <a:spcPts val="1000"/>
              </a:spcAft>
              <a:buSzPct val="100000"/>
              <a:buChar char="•"/>
              <a:lnSpc>
                <a:spcPts val="2200"/>
              </a:lnSpc>
            </a:pPr>
            <a:r>
              <a:rPr sz="2000" b="0">
                <a:solidFill>
                  <a:srgbClr val="333333"/>
                </a:solidFill>
                <a:latin typeface="Calibri"/>
              </a:rPr>
              <a:t>Types must match; the lab rejects addr-to-data mistakes</a:t>
            </a:r>
          </a:p>
          <a:p>
            <a:pPr lvl="0" marL="457200" indent="-228600">
              <a:buFont typeface="Calibri"/>
              <a:spcAft>
                <a:spcPts val="1000"/>
              </a:spcAft>
              <a:buSzPct val="100000"/>
              <a:buChar char="•"/>
              <a:lnSpc>
                <a:spcPts val="2200"/>
              </a:lnSpc>
            </a:pPr>
            <a:r>
              <a:rPr sz="2000" b="0">
                <a:solidFill>
                  <a:srgbClr val="333333"/>
                </a:solidFill>
                <a:latin typeface="Calibri"/>
              </a:rPr>
              <a:t>One input accepts only one driver; a new wire replaces the old one</a:t>
            </a:r>
          </a:p>
          <a:p>
            <a:pPr lvl="0" marL="457200" indent="-228600">
              <a:buFont typeface="Calibri"/>
              <a:spcAft>
                <a:spcPts val="1000"/>
              </a:spcAft>
              <a:buSzPct val="100000"/>
              <a:buChar char="•"/>
              <a:lnSpc>
                <a:spcPts val="2200"/>
              </a:lnSpc>
            </a:pPr>
            <a:r>
              <a:rPr sz="2000" b="0">
                <a:solidFill>
                  <a:srgbClr val="333333"/>
                </a:solidFill>
                <a:latin typeface="Calibri"/>
              </a:rPr>
              <a:t>This is a conceptual integration sketch, not a full SoC generator or place-and-route tool</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block diagram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the starter until integration passes, then load the bus preset</a:t>
            </a:r>
          </a:p>
          <a:p>
            <a:pPr lvl="0" marL="457200" indent="-228600">
              <a:buFont typeface="Calibri"/>
              <a:spcAft>
                <a:spcPts val="1000"/>
              </a:spcAft>
              <a:buSzPct val="100000"/>
              <a:buChar char="•"/>
              <a:lnSpc>
                <a:spcPts val="2200"/>
              </a:lnSpc>
            </a:pPr>
            <a:r>
              <a:rPr sz="2000" b="0">
                <a:solidFill>
                  <a:srgbClr val="333333"/>
                </a:solidFill>
                <a:latin typeface="Calibri"/>
              </a:rPr>
              <a:t>On paper, list the nine required edges for the complete mini system</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block diagram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