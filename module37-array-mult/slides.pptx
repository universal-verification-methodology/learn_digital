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Unsigned multiply builds partial products from every bit pair. Cell A-i dot B-j is an AND—one if both bits are one. Row for B-j sits shifted left by j bit positions, matching pencil-and-paper multiply. Sum the shifted rows with adders and carries to get the product. An N-bit by N-bit result needs up to two-N bits. The array layout is regular but grows as N squared in AND area. This module shows the grid for four-bit five times three.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Starter: four-bit unsigned A equals five, B equals three. Five is zero-one-zero-one, three is zero-zero-one-one. Partial row for B-zero is five; row for B-one shifted left is ten. Four AND cells are one in the grid. Add the partials and the product is fifteen—binary zero-zero-one-one-one-one. Product bit zero is A-zero AND B-zero only. If B-j is zero, that entire row is zeros.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browser lab, look at three pieces: the A and B bit rows, the partial-product grid, and the decimal product strip. Load the starter—four-bit five times three. Toggle bits, change width, read partial integers PP0 plus PP1. Use Check when a challenge looks done.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workbook track, draw the AND grid for three-bit two times three. Write partial row zero and row one with shifts. Compute product bit zero by hand. Explain why N-bit times N-bit needs two-N bits. Name one pitfall: forgetting the left shift on each B-j 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confuse the AND grid with the final sum—adders still reduce the rows. Signed multiply needs Booth or similar, not this unsigned array alone. Area and delay scale with width; real chips use Wallace trees or Booth. And remember: the browser lab is literacy. Real RTL still needs pipelining and signed/unsigned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the checklist for at least one track—preferably both. In the browser, finish a few challenges after the starter. On paper, sketch one partial row and one shifted row. When you are ready, take the short quiz, then continue to the ALU explorer.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Array multiplier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Unsigned multiply builds partial products from every bit pair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array mult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Five times three starter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Starter: four-bit unsigned A equals five, B equals three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Five is zero-one-zero-one, three is zero-zero-one-one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Partial row for B-zero is five; row for B-one shifted left is ten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Four AND cells are one in the grid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Add the partials and the product is fifteen, binary zero-zero-one-one-one-one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Product bit zero is A-zero AND B-zero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array mult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Array multiplier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array mult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Workbook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 the workbook track, draw the AND grid for three-bit two times three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Write partial row zero and row one with shifts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Compute product bit zero by hand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Explain why N-bit times N-bit needs two-N bits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Name one pitfall: forgetting the left shift on each B-j row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array mult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 to watch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 not confuse the AND grid with the final sum, adders still reduce the rows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Signed multiply needs Booth or similar, not this unsigned array alone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Area and delay scale with width; real chips use Wallace trees or Booth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And remember: the browser lab is literacy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Real RTL still needs pipelining and signed/unsigned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array mult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checklist for at least one track, preferably both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 the browser, finish a few challenges after the starter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On paper, sketch one partial row and one shifted row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When you are ready, take the short quiz, then continue to the ALU explorer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array mult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