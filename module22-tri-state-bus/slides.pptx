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shared bus lets several drivers connect to one wire—but only one should drive at a time. With enable off, the driver is high-Z, disconnected from the net. With enable on, it drives zero or one. No active driver means float Z, unless a pull-up or pull-down resistor defines idle level. Two enabled drivers with different data fight and the bus reads X. This module makes resolution rules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case: driver A enabled with data one, B and C off—the bus is one. Turn all enables off with no pull and the bus is Z. Enable B with zero while A still drives one and you get contention X. Two drivers on the same value may still show that bit, but overlapping enables is unsafe practice. Safe protocol: exactly one enable high—often one-hot output-enable in real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driver toggles and bus readout, and the schematic. Load the starter—only A drives one, bus equals one. Try all off for Z, force contention, or set pull-up on a float. Hit Explain resolution to see the verdict trace.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fill a small table: all off, one driver on, two drivers agree, two drivers fight. Sketch three tri-state buffers on one bus line with enable pins. With all enables low and pull-up on, what is the bus? Name one pitfall: enabling two drivers at once on an external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multi-drive same value as safe—it still violates one-driver discipline. Internal FPGA fabrics often prefer muxes over tri-state. And remember: the browser lab is literacy. Real boards still need OE timing, bus holders, and protocol rules beyond this toy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bus with two drivers and label Z and X cases. When you are ready, take the short quiz, then continue to barrel shifter.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Tri-state / bus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shared bus lets several drivers connect to one wire, but only one should drive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Enable, float, fight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case: driver A enabled with data one, B and C off, the bus is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Turn all enables off with no pull and the bus is Z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Enable B with zero while A still drives one and you get contention 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Two drivers on the same value may still show that bit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Safe protocol: exactly one enable high, often one-hot output-enable in real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Tri-state bus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fill a small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three tri-state buffers on one bus line with enable pins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With all enables low and pull-up on, what is the bus?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enabling two drivers at once on an external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multi-drive same value as safe, it still violates one-driver discipline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Internal FPGA fabrics often prefer muxes over tri-state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boards still need OE timing, bus holders, and protocol rules beyond this toy resolver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bus with two drivers and label Z and X cases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barrel shifter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tri state 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