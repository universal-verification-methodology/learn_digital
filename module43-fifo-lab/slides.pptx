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FIFO buffer decouples producer and consumer with first-in first-out order—the oldest entry is read next. A write pointer selects the next push slot; a read pointer selects the next pop slot. Both wrap modulo depth. Empty means count equals zero; full means count equals depth. Push while full is blocked; pop while empty is blocked. This lab uses a count-based synchronous model in one clock domain.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Starter: depth-four empty FIFO. Push hex A5. Count becomes one, empty clears, write pointer advances to one, read pointer stays at zero. Data A5 sits in slot zero. Pop once returns A5, count returns to zero, read pointer advances to one. Fill with four pushes to set full; a fifth push logs blocked FULL. Push eleven then twenty-two—pop must return eleven first.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set depth four or eight and enter push data in hex. Push and Pop update the slot row with WR and RD markers. Flags show empty, full, count, almost full, and almost empty. The event log records each operation or block. Try fill, blocked push, and drain to empty.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paper, draw a depth-four FIFO with wr and rd pointers. Trace push A5, then pop A5, listing count and pointers after each step. Show what happens when wr wraps after four pushes. Tabulate empty versus full conditions. Name one pitfall: popping when empty or pushing when full.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confuse wr equals rd with empty—in count-based designs, count is the source of truth. Some pointer-only FIFOs leave one slot spare to detect full. Async clock domains need Gray-coded pointers and synchronizers—beyond this sync lab. And remember: real FIFOs add clock enables, reset, and almost-full thresholds for flow control.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push A5, pop it back, then fill and drain once. On paper, trace FIFO order for two pushes and one pop. When you are ready, take the short quiz, then continue to cache walk.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FIFO pointers</a:t>
            </a:r>
          </a:p>
          <a:p>
            <a:pPr algn="ctr">
              <a:lnSpc>
                <a:spcPts val="2200"/>
              </a:lnSpc>
              <a:spcBef>
                <a:spcPts val="1400"/>
              </a:spcBef>
            </a:pPr>
            <a:r>
              <a:rPr sz="2600" b="0">
                <a:solidFill>
                  <a:srgbClr val="333333"/>
                </a:solidFill>
                <a:latin typeface="Calibri"/>
              </a:rPr>
              <a:t>A FIFO buffer decouples producer and consumer with first-in first-out order, the oldest entry is read next</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fifo lab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Push A5 starter</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Starter: depth-four empty FIFO</a:t>
            </a:r>
          </a:p>
          <a:p>
            <a:pPr lvl="0" marL="457200" indent="-228600">
              <a:buFont typeface="Calibri"/>
              <a:spcAft>
                <a:spcPts val="1000"/>
              </a:spcAft>
              <a:buSzPct val="100000"/>
              <a:buChar char="•"/>
              <a:lnSpc>
                <a:spcPts val="2200"/>
              </a:lnSpc>
            </a:pPr>
            <a:r>
              <a:rPr sz="2000" b="0">
                <a:solidFill>
                  <a:srgbClr val="333333"/>
                </a:solidFill>
                <a:latin typeface="Calibri"/>
              </a:rPr>
              <a:t>Push hex A5</a:t>
            </a:r>
          </a:p>
          <a:p>
            <a:pPr lvl="0" marL="457200" indent="-228600">
              <a:buFont typeface="Calibri"/>
              <a:spcAft>
                <a:spcPts val="1000"/>
              </a:spcAft>
              <a:buSzPct val="100000"/>
              <a:buChar char="•"/>
              <a:lnSpc>
                <a:spcPts val="2200"/>
              </a:lnSpc>
            </a:pPr>
            <a:r>
              <a:rPr sz="2000" b="0">
                <a:solidFill>
                  <a:srgbClr val="333333"/>
                </a:solidFill>
                <a:latin typeface="Calibri"/>
              </a:rPr>
              <a:t>Count becomes one, empty clears, write pointer advances to one, read pointer stays at zero</a:t>
            </a:r>
          </a:p>
          <a:p>
            <a:pPr lvl="0" marL="457200" indent="-228600">
              <a:buFont typeface="Calibri"/>
              <a:spcAft>
                <a:spcPts val="1000"/>
              </a:spcAft>
              <a:buSzPct val="100000"/>
              <a:buChar char="•"/>
              <a:lnSpc>
                <a:spcPts val="2200"/>
              </a:lnSpc>
            </a:pPr>
            <a:r>
              <a:rPr sz="2000" b="0">
                <a:solidFill>
                  <a:srgbClr val="333333"/>
                </a:solidFill>
                <a:latin typeface="Calibri"/>
              </a:rPr>
              <a:t>Data A5 sits in slot zero</a:t>
            </a:r>
          </a:p>
          <a:p>
            <a:pPr lvl="0" marL="457200" indent="-228600">
              <a:buFont typeface="Calibri"/>
              <a:spcAft>
                <a:spcPts val="1000"/>
              </a:spcAft>
              <a:buSzPct val="100000"/>
              <a:buChar char="•"/>
              <a:lnSpc>
                <a:spcPts val="2200"/>
              </a:lnSpc>
            </a:pPr>
            <a:r>
              <a:rPr sz="2000" b="0">
                <a:solidFill>
                  <a:srgbClr val="333333"/>
                </a:solidFill>
                <a:latin typeface="Calibri"/>
              </a:rPr>
              <a:t>Pop once returns A5, count returns to zero, read pointer advances to one</a:t>
            </a:r>
          </a:p>
          <a:p>
            <a:pPr lvl="0" marL="457200" indent="-228600">
              <a:buFont typeface="Calibri"/>
              <a:spcAft>
                <a:spcPts val="1000"/>
              </a:spcAft>
              <a:buSzPct val="100000"/>
              <a:buChar char="•"/>
              <a:lnSpc>
                <a:spcPts val="2200"/>
              </a:lnSpc>
            </a:pPr>
            <a:r>
              <a:rPr sz="2000" b="0">
                <a:solidFill>
                  <a:srgbClr val="333333"/>
                </a:solidFill>
                <a:latin typeface="Calibri"/>
              </a:rPr>
              <a:t>Fill with four pushes to set full; a fifth push logs blocked FULL</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fifo lab</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73152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FIFO 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fifo lab</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Workbook practice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On paper, draw a depth-four FIFO with wr and rd pointers</a:t>
            </a:r>
          </a:p>
          <a:p>
            <a:pPr lvl="0" marL="457200" indent="-228600">
              <a:buFont typeface="Calibri"/>
              <a:spcAft>
                <a:spcPts val="1000"/>
              </a:spcAft>
              <a:buSzPct val="100000"/>
              <a:buChar char="•"/>
              <a:lnSpc>
                <a:spcPts val="2200"/>
              </a:lnSpc>
            </a:pPr>
            <a:r>
              <a:rPr sz="2000" b="0">
                <a:solidFill>
                  <a:srgbClr val="333333"/>
                </a:solidFill>
                <a:latin typeface="Calibri"/>
              </a:rPr>
              <a:t>Trace push A5, then pop A5, listing count and pointers after each step</a:t>
            </a:r>
          </a:p>
          <a:p>
            <a:pPr lvl="0" marL="457200" indent="-228600">
              <a:buFont typeface="Calibri"/>
              <a:spcAft>
                <a:spcPts val="1000"/>
              </a:spcAft>
              <a:buSzPct val="100000"/>
              <a:buChar char="•"/>
              <a:lnSpc>
                <a:spcPts val="2200"/>
              </a:lnSpc>
            </a:pPr>
            <a:r>
              <a:rPr sz="2000" b="0">
                <a:solidFill>
                  <a:srgbClr val="333333"/>
                </a:solidFill>
                <a:latin typeface="Calibri"/>
              </a:rPr>
              <a:t>Show what happens when wr wraps after four pushes</a:t>
            </a:r>
          </a:p>
          <a:p>
            <a:pPr lvl="0" marL="457200" indent="-228600">
              <a:buFont typeface="Calibri"/>
              <a:spcAft>
                <a:spcPts val="1000"/>
              </a:spcAft>
              <a:buSzPct val="100000"/>
              <a:buChar char="•"/>
              <a:lnSpc>
                <a:spcPts val="2200"/>
              </a:lnSpc>
            </a:pPr>
            <a:r>
              <a:rPr sz="2000" b="0">
                <a:solidFill>
                  <a:srgbClr val="333333"/>
                </a:solidFill>
                <a:latin typeface="Calibri"/>
              </a:rPr>
              <a:t>Tabulate empty versus full conditions</a:t>
            </a:r>
          </a:p>
          <a:p>
            <a:pPr lvl="0" marL="457200" indent="-228600">
              <a:buFont typeface="Calibri"/>
              <a:spcAft>
                <a:spcPts val="1000"/>
              </a:spcAft>
              <a:buSzPct val="100000"/>
              <a:buChar char="•"/>
              <a:lnSpc>
                <a:spcPts val="2200"/>
              </a:lnSpc>
            </a:pPr>
            <a:r>
              <a:rPr sz="2000" b="0">
                <a:solidFill>
                  <a:srgbClr val="333333"/>
                </a:solidFill>
                <a:latin typeface="Calibri"/>
              </a:rPr>
              <a:t>Name one pitfall: popping when empty or pushing when full</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fifo lab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confuse wr equals rd with empty</a:t>
            </a:r>
          </a:p>
          <a:p>
            <a:pPr lvl="0" marL="457200" indent="-228600">
              <a:buFont typeface="Calibri"/>
              <a:spcAft>
                <a:spcPts val="1000"/>
              </a:spcAft>
              <a:buSzPct val="100000"/>
              <a:buChar char="•"/>
              <a:lnSpc>
                <a:spcPts val="2200"/>
              </a:lnSpc>
            </a:pPr>
            <a:r>
              <a:rPr sz="2000" b="0">
                <a:solidFill>
                  <a:srgbClr val="333333"/>
                </a:solidFill>
                <a:latin typeface="Calibri"/>
              </a:rPr>
              <a:t>Some pointer-only FIFOs leave one slot spare to detect full</a:t>
            </a:r>
          </a:p>
          <a:p>
            <a:pPr lvl="0" marL="457200" indent="-228600">
              <a:buFont typeface="Calibri"/>
              <a:spcAft>
                <a:spcPts val="1000"/>
              </a:spcAft>
              <a:buSzPct val="100000"/>
              <a:buChar char="•"/>
              <a:lnSpc>
                <a:spcPts val="2200"/>
              </a:lnSpc>
            </a:pPr>
            <a:r>
              <a:rPr sz="2000" b="0">
                <a:solidFill>
                  <a:srgbClr val="333333"/>
                </a:solidFill>
                <a:latin typeface="Calibri"/>
              </a:rPr>
              <a:t>Async clock domains need Gray-coded pointers and synchronizers, beyond this sync lab</a:t>
            </a:r>
          </a:p>
          <a:p>
            <a:pPr lvl="0" marL="457200" indent="-228600">
              <a:buFont typeface="Calibri"/>
              <a:spcAft>
                <a:spcPts val="1000"/>
              </a:spcAft>
              <a:buSzPct val="100000"/>
              <a:buChar char="•"/>
              <a:lnSpc>
                <a:spcPts val="2200"/>
              </a:lnSpc>
            </a:pPr>
            <a:r>
              <a:rPr sz="2000" b="0">
                <a:solidFill>
                  <a:srgbClr val="333333"/>
                </a:solidFill>
                <a:latin typeface="Calibri"/>
              </a:rPr>
              <a:t>And remember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fifo lab</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push A5, pop it back, then fill and drain once</a:t>
            </a:r>
          </a:p>
          <a:p>
            <a:pPr lvl="0" marL="457200" indent="-228600">
              <a:buFont typeface="Calibri"/>
              <a:spcAft>
                <a:spcPts val="1000"/>
              </a:spcAft>
              <a:buSzPct val="100000"/>
              <a:buChar char="•"/>
              <a:lnSpc>
                <a:spcPts val="2200"/>
              </a:lnSpc>
            </a:pPr>
            <a:r>
              <a:rPr sz="2000" b="0">
                <a:solidFill>
                  <a:srgbClr val="333333"/>
                </a:solidFill>
                <a:latin typeface="Calibri"/>
              </a:rPr>
              <a:t>On paper, trace FIFO order for two pushes and one pop</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continue to cache walk</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fifo lab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