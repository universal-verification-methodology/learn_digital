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logic does not change on every input wiggle—it samples on a clock edge. A D flip-flop copies D into Q on each rising edge of clk. Poke the input first, then step the clock—same rhythm as the HDL simulator toolbar. Registers, counters, and shift chains are all edge-triggered blocks built from this idea. This module makes posedge stepping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lab: D flip-flop with a toggling clock. Set D to one, apply poke, then advance to posedge clk—Q becomes one. Set D to zero and take another posedge—Q returns to zero. Enable registers only capture when EN is high. Counters increment on edge after reset clears. A pipeline needs two edges before the second stage sees your bit. The truth table records each poke and each edge in time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signal readout and truth table, and the poke fields with posedge button. Load the starter—D flip-flop, poke D equals one, then posedge clk. Switch presets for enable, counter, or shift register.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sketch a D flip-flop timing diagram: D changes, then posedge, then Q updates. For an enable register with EN equals zero, say whether Q changes on posedge. Draw two pipeline stages and label the one-cycle delay. Name one pitfall: changing D and expecting Q to move before the clock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level-sensitive latches with edge-triggered flops—this lab is edge-triggered. Reset and enable matter on the same edge as data. And remember: the browser lab is literacy. Real designs still need setup, hold, and clock-domain crossing rules beyond manual stepping.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posedge capture wave. When you are ready, take the short quiz, then continue to setup and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Clock-edge stepper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Sequential logic does not change on every input wiggle, it samples on a clock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Poke, edge,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lab: D flip-flop with a toggling clock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Set D to one, apply poke, then advance to posedge clk, Q becomes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Set D to zero and take another posedge, Q returns to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Enable registers only capture when EN is high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Counters increment on edge after reset clears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pipeline needs two edges before the second stage sees your 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Clock stepper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sketch a D flip-flop timing diagram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an enable register with EN equals zero, say whether Q changes on posedge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Draw two pipeline stages and label the one-cycle delay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changing D and expecting Q to move before the clock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level-sensitive latches with edge-triggered flops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Reset and enable matter on the same edge as data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setup,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posedge capture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setup and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clock stepper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