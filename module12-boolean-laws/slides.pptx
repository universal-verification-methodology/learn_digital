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Algebra lets you simplify logic before you draw gates. De Morgan swaps negation over AND and OR. Absorption drops redundant terms. Complement says A plus not-A is one. This module makes step-by-step rewrites concrete—not just names on a cheat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should name the law: not of A and B becomes not-A or not-B. A plus A-and-B collapses to A. A and not-A is zero. Double negation peels to A. Factor A-and-B plus A-and-C into A-and the sum of B and C. The history list shows your proof chain; Undo when a step goes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look at three pieces: the challenge panel, the expression stage with rewrite buttons, and the law reference chips. Load the starter for not of A and B. Apply De Morgan until you reach not-A or not-B. Try absorption, complement, and factor challenges from the catalog. Use Check when a challenge looks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workbook track, simplify not of A or B by De Morgan. Collapse A plus A-and-B to A. Show A-and-not-A is zero and A-or-not-A is one. Factor A-B plus A-C by hand. Name one pitfall: distributing a NOT only over part of a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treat AND and OR as ordinary arithmetic—De Morgan flips both operator and negation. Skipping steps can hide an illegal rewrite. And remember: the browser lab is literacy. Real synthesis still needs consistent don't-care and timing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finish a few challenges after the starter. On paper, do two rewrites with the law named beside each step. When you are ready, take the short quiz, then continue to K-maps.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Boolean laws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Algebra lets you simplify logic before you draw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boolean laws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Rewrite with a reason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Each click should name the law: not of A and B becomes not-A or not-B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 plus A-and-B collapses to A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 and not-A is zero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Double negation peels to A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Factor A-and-B plus A-and-C into A-and the sum of B and C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 history list shows your proof chain; Undo when a step goes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boolean laws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Boolean laws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boolean laws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Workbook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workbook track, simplify not of A or B by De Morgan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Collapse A plus A-and-B to A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Show A-and-not-A is zero and A-or-not-A is one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Factor A-B plus A-C by hand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one pitfall: distributing a NOT only over part of a term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boolean laws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treat AND and OR as ordinary arithmetic, De Morgan flips both operator and negation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Skipping steps can hide an illegal rewrite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remember: the browser lab is literacy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synthesis still needs consistent don't-care and timing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boolean laws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finish a few challenges after the starter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do two rewrites with the law named beside each step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K-maps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boolean laws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