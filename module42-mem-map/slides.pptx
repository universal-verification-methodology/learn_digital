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maps connect an address bus to stored words. RAM allows read and write at runtime—contents change under software or testbench control. ROM holds a fixed image: reads work, but runtime writes are blocked. In simulation, both often initialize from a hex dump using dollar-readmemh syntax. Address at-sign sets the next load location; hex bytes fill sequential addresses. Here you have sixteen eight-bit words—four address bits.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sixteen-by-eight RAM loaded from a readmemh-style dump. At address zero: hex DE, then AD, BE, EF. Read address zero gives data DE. Read address three gives EF. The grid shows every cell with at-sign and hex value. Switch to ROM and try a write—the status reports blocked. RAM mode lets you write fifty-five to address five and read it back. Load a dump with at-sign zero eight AA to place AA at mem eight.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pick RAM or ROM mode. Set address and data, then Read or Write. The memory grid highlights the active cell—click a cell to select its address. Edit the hex dump and Load readmemh to reinitialize. The bus bar shows mode, address, data, and mem of addr. Try Read addr zero and Write in RAM versus 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draw a sixteen-word memory map with addresses zero through F. Label starter bytes DE AD BE EF at zero through three. Explain what at-sign zero A means in a readmemh file. Tabulate RAM versus ROM: read allowed, write allowed, init method. Name one pitfall: confusing byte address order with big-endian multi-byte layout elsewhere.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ROM never changes—init load still programs the image in this lab. At-sign sets address; following bytes fill upward sequentially. Address bits are log two of depth—sixteen words need four bits, not eight. And remember: this explorer is one word wide; real systems add byte enables and wider buses.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read addr zero and three, then try a ROM-blocked write. On paper, sketch one readmemh dump with at-sign and four data bytes. When you are ready, take the short quiz, then continue to FIFO pointers.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RAM / ROM map</a:t>
            </a:r>
          </a:p>
          <a:p>
            <a:pPr algn="ctr">
              <a:lnSpc>
                <a:spcPts val="2200"/>
              </a:lnSpc>
              <a:spcBef>
                <a:spcPts val="1400"/>
              </a:spcBef>
            </a:pPr>
            <a:r>
              <a:rPr sz="2600" b="0">
                <a:solidFill>
                  <a:srgbClr val="333333"/>
                </a:solidFill>
                <a:latin typeface="Calibri"/>
              </a:rPr>
              <a:t>Memory maps connect an address bus to stored words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mem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 AD BE EF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sixteen-by-eight RAM loaded from a readmemh-style dump</a:t>
            </a:r>
          </a:p>
          <a:p>
            <a:pPr lvl="0" marL="457200" indent="-228600">
              <a:buFont typeface="Calibri"/>
              <a:spcAft>
                <a:spcPts val="1000"/>
              </a:spcAft>
              <a:buSzPct val="100000"/>
              <a:buChar char="•"/>
              <a:lnSpc>
                <a:spcPts val="2200"/>
              </a:lnSpc>
            </a:pPr>
            <a:r>
              <a:rPr sz="2000" b="0">
                <a:solidFill>
                  <a:srgbClr val="333333"/>
                </a:solidFill>
                <a:latin typeface="Calibri"/>
              </a:rPr>
              <a:t>At address zero: hex DE, then AD, BE, EF</a:t>
            </a:r>
          </a:p>
          <a:p>
            <a:pPr lvl="0" marL="457200" indent="-228600">
              <a:buFont typeface="Calibri"/>
              <a:spcAft>
                <a:spcPts val="1000"/>
              </a:spcAft>
              <a:buSzPct val="100000"/>
              <a:buChar char="•"/>
              <a:lnSpc>
                <a:spcPts val="2200"/>
              </a:lnSpc>
            </a:pPr>
            <a:r>
              <a:rPr sz="2000" b="0">
                <a:solidFill>
                  <a:srgbClr val="333333"/>
                </a:solidFill>
                <a:latin typeface="Calibri"/>
              </a:rPr>
              <a:t>Read address zero gives data DE</a:t>
            </a:r>
          </a:p>
          <a:p>
            <a:pPr lvl="0" marL="457200" indent="-228600">
              <a:buFont typeface="Calibri"/>
              <a:spcAft>
                <a:spcPts val="1000"/>
              </a:spcAft>
              <a:buSzPct val="100000"/>
              <a:buChar char="•"/>
              <a:lnSpc>
                <a:spcPts val="2200"/>
              </a:lnSpc>
            </a:pPr>
            <a:r>
              <a:rPr sz="2000" b="0">
                <a:solidFill>
                  <a:srgbClr val="333333"/>
                </a:solidFill>
                <a:latin typeface="Calibri"/>
              </a:rPr>
              <a:t>Read address three gives EF</a:t>
            </a:r>
          </a:p>
          <a:p>
            <a:pPr lvl="0" marL="457200" indent="-228600">
              <a:buFont typeface="Calibri"/>
              <a:spcAft>
                <a:spcPts val="1000"/>
              </a:spcAft>
              <a:buSzPct val="100000"/>
              <a:buChar char="•"/>
              <a:lnSpc>
                <a:spcPts val="2200"/>
              </a:lnSpc>
            </a:pPr>
            <a:r>
              <a:rPr sz="2000" b="0">
                <a:solidFill>
                  <a:srgbClr val="333333"/>
                </a:solidFill>
                <a:latin typeface="Calibri"/>
              </a:rPr>
              <a:t>The grid shows every cell with at-sign and hex value</a:t>
            </a:r>
          </a:p>
          <a:p>
            <a:pPr lvl="0" marL="457200" indent="-228600">
              <a:buFont typeface="Calibri"/>
              <a:spcAft>
                <a:spcPts val="1000"/>
              </a:spcAft>
              <a:buSzPct val="100000"/>
              <a:buChar char="•"/>
              <a:lnSpc>
                <a:spcPts val="2200"/>
              </a:lnSpc>
            </a:pPr>
            <a:r>
              <a:rPr sz="2000" b="0">
                <a:solidFill>
                  <a:srgbClr val="333333"/>
                </a:solidFill>
                <a:latin typeface="Calibri"/>
              </a:rPr>
              <a:t>Switch to ROM and try a write, the status reports blocked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mem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Memory map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mem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draw a sixteen-word memory map with addresses zero through F</a:t>
            </a:r>
          </a:p>
          <a:p>
            <a:pPr lvl="0" marL="457200" indent="-228600">
              <a:buFont typeface="Calibri"/>
              <a:spcAft>
                <a:spcPts val="1000"/>
              </a:spcAft>
              <a:buSzPct val="100000"/>
              <a:buChar char="•"/>
              <a:lnSpc>
                <a:spcPts val="2200"/>
              </a:lnSpc>
            </a:pPr>
            <a:r>
              <a:rPr sz="2000" b="0">
                <a:solidFill>
                  <a:srgbClr val="333333"/>
                </a:solidFill>
                <a:latin typeface="Calibri"/>
              </a:rPr>
              <a:t>Label starter bytes DE AD BE EF at zero through three</a:t>
            </a:r>
          </a:p>
          <a:p>
            <a:pPr lvl="0" marL="457200" indent="-228600">
              <a:buFont typeface="Calibri"/>
              <a:spcAft>
                <a:spcPts val="1000"/>
              </a:spcAft>
              <a:buSzPct val="100000"/>
              <a:buChar char="•"/>
              <a:lnSpc>
                <a:spcPts val="2200"/>
              </a:lnSpc>
            </a:pPr>
            <a:r>
              <a:rPr sz="2000" b="0">
                <a:solidFill>
                  <a:srgbClr val="333333"/>
                </a:solidFill>
                <a:latin typeface="Calibri"/>
              </a:rPr>
              <a:t>Explain what at-sign zero A means in a readmemh file</a:t>
            </a:r>
          </a:p>
          <a:p>
            <a:pPr lvl="0" marL="457200" indent="-228600">
              <a:buFont typeface="Calibri"/>
              <a:spcAft>
                <a:spcPts val="1000"/>
              </a:spcAft>
              <a:buSzPct val="100000"/>
              <a:buChar char="•"/>
              <a:lnSpc>
                <a:spcPts val="2200"/>
              </a:lnSpc>
            </a:pPr>
            <a:r>
              <a:rPr sz="2000" b="0">
                <a:solidFill>
                  <a:srgbClr val="333333"/>
                </a:solidFill>
                <a:latin typeface="Calibri"/>
              </a:rPr>
              <a:t>Tabulate RAM versus ROM: read allowed, write allowed, init method</a:t>
            </a:r>
          </a:p>
          <a:p>
            <a:pPr lvl="0" marL="457200" indent="-228600">
              <a:buFont typeface="Calibri"/>
              <a:spcAft>
                <a:spcPts val="1000"/>
              </a:spcAft>
              <a:buSzPct val="100000"/>
              <a:buChar char="•"/>
              <a:lnSpc>
                <a:spcPts val="2200"/>
              </a:lnSpc>
            </a:pPr>
            <a:r>
              <a:rPr sz="2000" b="0">
                <a:solidFill>
                  <a:srgbClr val="333333"/>
                </a:solidFill>
                <a:latin typeface="Calibri"/>
              </a:rPr>
              <a:t>Name one pitfall: confusing byte address order with big-endian multi-byte layout elsewhere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mem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ROM never changes, init load still programs the image in this lab</a:t>
            </a:r>
          </a:p>
          <a:p>
            <a:pPr lvl="0" marL="457200" indent="-228600">
              <a:buFont typeface="Calibri"/>
              <a:spcAft>
                <a:spcPts val="1000"/>
              </a:spcAft>
              <a:buSzPct val="100000"/>
              <a:buChar char="•"/>
              <a:lnSpc>
                <a:spcPts val="2200"/>
              </a:lnSpc>
            </a:pPr>
            <a:r>
              <a:rPr sz="2000" b="0">
                <a:solidFill>
                  <a:srgbClr val="333333"/>
                </a:solidFill>
                <a:latin typeface="Calibri"/>
              </a:rPr>
              <a:t>At-sign sets address; following bytes fill upward sequentially</a:t>
            </a:r>
          </a:p>
          <a:p>
            <a:pPr lvl="0" marL="457200" indent="-228600">
              <a:buFont typeface="Calibri"/>
              <a:spcAft>
                <a:spcPts val="1000"/>
              </a:spcAft>
              <a:buSzPct val="100000"/>
              <a:buChar char="•"/>
              <a:lnSpc>
                <a:spcPts val="2200"/>
              </a:lnSpc>
            </a:pPr>
            <a:r>
              <a:rPr sz="2000" b="0">
                <a:solidFill>
                  <a:srgbClr val="333333"/>
                </a:solidFill>
                <a:latin typeface="Calibri"/>
              </a:rPr>
              <a:t>Address bits are log two of depth, sixteen words need four bits, not eight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mem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read addr zero and three, then try a ROM-blocked write</a:t>
            </a:r>
          </a:p>
          <a:p>
            <a:pPr lvl="0" marL="457200" indent="-228600">
              <a:buFont typeface="Calibri"/>
              <a:spcAft>
                <a:spcPts val="1000"/>
              </a:spcAft>
              <a:buSzPct val="100000"/>
              <a:buChar char="•"/>
              <a:lnSpc>
                <a:spcPts val="2200"/>
              </a:lnSpc>
            </a:pPr>
            <a:r>
              <a:rPr sz="2000" b="0">
                <a:solidFill>
                  <a:srgbClr val="333333"/>
                </a:solidFill>
                <a:latin typeface="Calibri"/>
              </a:rPr>
              <a:t>On paper, sketch one readmemh dump with at-sign and four data bytes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FIFO pointers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mem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