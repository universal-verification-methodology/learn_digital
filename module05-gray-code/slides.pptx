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Binary counts flip many bits at once—seven to eight is a noisy edge. Gray code changes only one bit between neighbors. That property shows up in rotary encoders and in async FIFO pointer handoff across clocks. This module makes binary-to-Gray conversion concrete.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encode binary to Gray, exclusive-or the value with itself shifted right by one. Adjacent Gray codes differ by exactly one bit. Do not do ordinary add or compare on Gray bits as if they were binary—decode first when you need arithmetic. Async FIFOs prefer Gray pointers so only one bit is in flight across a synchronizer.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binary and Gray bit views, and Step or convert controls. Load the starter at width four and binary zero, then Step once and watch a single bit flip in Gray. Show the convert formula when you want the exclusive-or picture. Use Check when a challenge looks done. Explore a few; no full tour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take width four. Write binary zero through a few counts and the Gray code beside each. Confirm each step flips one Gray bit. Encode binary seven by hand with exclusive-or of the value and its right shift, and check you get zero one zero zero. Note one pitfall: adding in Gray without decoding.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Gray as “just another binary.” Multi-bit binary transitions are exactly what Gray avoids. And remember: the browser lab is literacy. Real CDC and FIFO designs still depend on that single-bit property across clock domains.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build a short Gray table and one encode by hand. When you are ready, take the short quiz, then continue to BCD.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Gray code</a:t>
            </a:r>
          </a:p>
          <a:p>
            <a:pPr algn="ctr">
              <a:lnSpc>
                <a:spcPts val="2200"/>
              </a:lnSpc>
              <a:spcBef>
                <a:spcPts val="1400"/>
              </a:spcBef>
            </a:pPr>
            <a:r>
              <a:rPr sz="2600" b="0">
                <a:solidFill>
                  <a:srgbClr val="333333"/>
                </a:solidFill>
                <a:latin typeface="Calibri"/>
              </a:rPr>
              <a:t>Binary counts flip many bits at once, seven to eight is a noisy edge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gray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One-bit neighbors, convert carefully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To encode binary to Gray, exclusive-or the value with itself shifted right by one</a:t>
            </a:r>
          </a:p>
          <a:p>
            <a:pPr lvl="0" marL="457200" indent="-228600">
              <a:buFont typeface="Calibri"/>
              <a:spcAft>
                <a:spcPts val="1000"/>
              </a:spcAft>
              <a:buSzPct val="100000"/>
              <a:buChar char="•"/>
              <a:lnSpc>
                <a:spcPts val="2200"/>
              </a:lnSpc>
            </a:pPr>
            <a:r>
              <a:rPr sz="2000" b="0">
                <a:solidFill>
                  <a:srgbClr val="333333"/>
                </a:solidFill>
                <a:latin typeface="Calibri"/>
              </a:rPr>
              <a:t>Adjacent Gray codes differ by exactly one bit</a:t>
            </a:r>
          </a:p>
          <a:p>
            <a:pPr lvl="0" marL="457200" indent="-228600">
              <a:buFont typeface="Calibri"/>
              <a:spcAft>
                <a:spcPts val="1000"/>
              </a:spcAft>
              <a:buSzPct val="100000"/>
              <a:buChar char="•"/>
              <a:lnSpc>
                <a:spcPts val="2200"/>
              </a:lnSpc>
            </a:pPr>
            <a:r>
              <a:rPr sz="2000" b="0">
                <a:solidFill>
                  <a:srgbClr val="333333"/>
                </a:solidFill>
                <a:latin typeface="Calibri"/>
              </a:rPr>
              <a:t>Do not do ordinary add or compare on Gray bits as if they were binary</a:t>
            </a:r>
          </a:p>
          <a:p>
            <a:pPr lvl="0" marL="457200" indent="-228600">
              <a:buFont typeface="Calibri"/>
              <a:spcAft>
                <a:spcPts val="1000"/>
              </a:spcAft>
              <a:buSzPct val="100000"/>
              <a:buChar char="•"/>
              <a:lnSpc>
                <a:spcPts val="2200"/>
              </a:lnSpc>
            </a:pPr>
            <a:r>
              <a:rPr sz="2000" b="0">
                <a:solidFill>
                  <a:srgbClr val="333333"/>
                </a:solidFill>
                <a:latin typeface="Calibri"/>
              </a:rPr>
              <a:t>Async FIFOs prefer Gray pointers so only one bit is in flight across a synchronizer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gray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Gray code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gray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take width four</a:t>
            </a:r>
          </a:p>
          <a:p>
            <a:pPr lvl="0" marL="457200" indent="-228600">
              <a:buFont typeface="Calibri"/>
              <a:spcAft>
                <a:spcPts val="1000"/>
              </a:spcAft>
              <a:buSzPct val="100000"/>
              <a:buChar char="•"/>
              <a:lnSpc>
                <a:spcPts val="2200"/>
              </a:lnSpc>
            </a:pPr>
            <a:r>
              <a:rPr sz="2000" b="0">
                <a:solidFill>
                  <a:srgbClr val="333333"/>
                </a:solidFill>
                <a:latin typeface="Calibri"/>
              </a:rPr>
              <a:t>Write binary zero through a few counts and the Gray code beside each</a:t>
            </a:r>
          </a:p>
          <a:p>
            <a:pPr lvl="0" marL="457200" indent="-228600">
              <a:buFont typeface="Calibri"/>
              <a:spcAft>
                <a:spcPts val="1000"/>
              </a:spcAft>
              <a:buSzPct val="100000"/>
              <a:buChar char="•"/>
              <a:lnSpc>
                <a:spcPts val="2200"/>
              </a:lnSpc>
            </a:pPr>
            <a:r>
              <a:rPr sz="2000" b="0">
                <a:solidFill>
                  <a:srgbClr val="333333"/>
                </a:solidFill>
                <a:latin typeface="Calibri"/>
              </a:rPr>
              <a:t>Confirm each step flips one Gray bit</a:t>
            </a:r>
          </a:p>
          <a:p>
            <a:pPr lvl="0" marL="457200" indent="-228600">
              <a:buFont typeface="Calibri"/>
              <a:spcAft>
                <a:spcPts val="1000"/>
              </a:spcAft>
              <a:buSzPct val="100000"/>
              <a:buChar char="•"/>
              <a:lnSpc>
                <a:spcPts val="2200"/>
              </a:lnSpc>
            </a:pPr>
            <a:r>
              <a:rPr sz="2000" b="0">
                <a:solidFill>
                  <a:srgbClr val="333333"/>
                </a:solidFill>
                <a:latin typeface="Calibri"/>
              </a:rPr>
              <a:t>Encode binary seven by hand with exclusive-or of the value and its right shift</a:t>
            </a:r>
          </a:p>
          <a:p>
            <a:pPr lvl="0" marL="457200" indent="-228600">
              <a:buFont typeface="Calibri"/>
              <a:spcAft>
                <a:spcPts val="1000"/>
              </a:spcAft>
              <a:buSzPct val="100000"/>
              <a:buChar char="•"/>
              <a:lnSpc>
                <a:spcPts val="2200"/>
              </a:lnSpc>
            </a:pPr>
            <a:r>
              <a:rPr sz="2000" b="0">
                <a:solidFill>
                  <a:srgbClr val="333333"/>
                </a:solidFill>
                <a:latin typeface="Calibri"/>
              </a:rPr>
              <a:t>Note one pitfall: adding in Gray without decoding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gray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Gray as “just another binary.” Multi-bit binary transitions are exactly what</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CDC and FIFO designs still depend on that single-bit property across clock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gray code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build a short Gray table and one encode by hand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BCD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gray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