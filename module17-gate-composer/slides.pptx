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Boolean functions become gate networks—AND, OR, NOT, and friends wired together. The composer evaluates your net against a truth table row by row. Start simple: one AND for F equals A and B. Then build XOR, majority, mux, or full-adder bits from the same palette. This module makes compose and verify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gates, connect inputs A through D, and read output F on every row. NAND is NOT of AND; XOR is one when inputs differ. A two-to-one mux selects B or C under A. Full-adder sum is A xor B xor Cin; carry-out is majority. The truth table is the judge—if every row matches, the net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gate canvas and net list, and the truth-table probe. Load the starter—a single AND for F equals A and B. Confirm row one-one is the only F equals one. Pick a challenge like XOR or majority and add gates until all rows pass. Use Check when the table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sketch a two-input XOR from AND, OR, and NOT—or from NAND only if you know the pattern. Draw a three-input majority gate net. Write the half-adder sum and carry as gate names. Name one pitfall: a net that works on three rows but fails on the fourth.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leave inputs floating—every gate input must be tied. Reusing the wrong polarity breaks active-high logic. And remember: the browser lab is literacy. Real RTL still needs synthesis, timing, and test vectors beyond one truth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draw one small gate net and label wires. When you are ready, take the short quiz, then continue to mux and decoder.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Gate composer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Boolean functions become gate networks, AND, OR, NOT, and friends wired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gate composer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Wire, probe,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Place gates, connect inputs A through D, and read output F on every row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NAND is NOT of AND; XOR is one when inputs differ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two-to-one mux selects B or C under 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Full-adder sum is A xor B xor Cin; carry-out is majority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truth table is the judge, if every row matches, the net is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gate composer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Gate composer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gate composer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sketch a two-input XOR from AND, OR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Draw a three-input majority gate net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Write the half-adder sum and carry as gate names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a net that works on three rows but fails on the fourth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gate composer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leave inputs floating, every gate input must be tied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Reusing the wrong polarity breaks active-high logic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RTL still needs synthesis, timing, and test vectors beyond one 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gate composer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draw one small gate net and label wires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mux and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gate composer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