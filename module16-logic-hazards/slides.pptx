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Combinational logic can glitch when inputs change. A static-one hazard dips to zero while the function should stay one. A static-zero hazard spikes high while output should stay zero. Dynamic hazards add extra transitions. This module makes run, see, and cover hazards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Hazard analysis usually changes one input at a time. Different path delays let one SOP term drop before another picks up—classic static-one on A B plus A-prime C when A falls with B and C held at one. A consensus term that bridges adjacent cubes—like B C here—can cover the gap. Equal delays can hide the glitch in simulation but not in silicon.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circuit and timing trace, and Run or Apply cover controls. Load the starter for A B plus A-prime C with A going one to zero and B equals C equals one. Run the transition and watch a static-one verdict. Apply consensus cover with B C and rerun for a safe steady one. Try static-zero and dynamic presets too.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sketch why A B and A-prime C both cover ABC when A is one, but only B C holds when A is zero. Write the consensus term B C by hand. Name static-one versus static-zero from the dip or spike direction. Note one pitfall: assuming equal gate delays means no hazard in real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a hazard with wrong logic—the truth table can be correct while timing glitches. Cover terms must actually bridge the risky transition. And remember: the browser lab is literacy. Real designs still need timing analysis, registers, or hazard-free encodings where glitches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identify one static hazard and one consensus fix. When you are ready, take the short quiz, then continue to gate composer.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Logic hazards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Combinational logic can glitch when inputs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logic hazards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One input moves, paths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Hazard analysis usually changes one input at a time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Different path delays let one SOP term drop before another picks up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consensus term that bridges adjacent cubes, like B C here, can cover the gap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Equal delays can hide the glitch in simulation but not in silicon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logic hazards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Logic hazards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logic hazards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the consensus term B C by hand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static-one versus static-zero from the dip or spike direction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Note one pitfall: assuming equal gate delays means no hazard in real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logic hazards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a hazard with wrong logic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Cover terms must actually bridge the risky transition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designs still need timing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logic hazards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identify one static hazard and one consensus fix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gate composer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logic hazards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