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truth table lists every input combination and the output F. Two inputs give four rows; three inputs give eight. It is the ground truth for gates, muxes, and adder bits before you write HDL. This module makes fill, check, and read a table concrete.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one minterm index from all zeros through all ones. AND is one only when every input is one. OR is one when any input is one. XOR is one when inputs differ. Challenges in the lab ask you to match a described function—majority, parity, mux select, full-adder sum. Edit F in the table or the expression; both can stay in sync.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input and F columns, and expression or fill controls. Load the starter for F equals A and B on two variables. Step through the four rows and confirm F is one only on the one-one row. Pick a challenge, fill the table or edit the expression, then Check. Export SOP or POS when you want the sum-of-products picture. Explore a few; no full tour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build a two-input AND and XOR table by hand. Add a three-input majority row set. Say how many rows you need for four variables. Name one pitfall: stopping at three rows when you have three inputs—that misses half the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rows or duplicate an index. X in a cell means don’t-care, not “pick any answer.” And remember: the browser lab is literacy. Real verification still needs exhaustive or constrained cases beyond one hand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write one full table and circle the minterms where F is one. When you are ready, take the short quiz, then continue to Boolean laws.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Truth tables</a:t>
            </a:r>
          </a:p>
          <a:p>
            <a:pPr algn="ctr">
              <a:lnSpc>
                <a:spcPts val="2200"/>
              </a:lnSpc>
              <a:spcBef>
                <a:spcPts val="1400"/>
              </a:spcBef>
            </a:pPr>
            <a:r>
              <a:rPr sz="2600" b="0">
                <a:solidFill>
                  <a:srgbClr val="333333"/>
                </a:solidFill>
                <a:latin typeface="Calibri"/>
              </a:rPr>
              <a:t>A truth table lists every input combination and the output F</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truth 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Every row, one function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Each row is one minterm index from all zeros through all ones</a:t>
            </a:r>
          </a:p>
          <a:p>
            <a:pPr lvl="0" marL="457200" indent="-228600">
              <a:buFont typeface="Calibri"/>
              <a:spcAft>
                <a:spcPts val="1000"/>
              </a:spcAft>
              <a:buSzPct val="100000"/>
              <a:buChar char="•"/>
              <a:lnSpc>
                <a:spcPts val="2200"/>
              </a:lnSpc>
            </a:pPr>
            <a:r>
              <a:rPr sz="2000" b="0">
                <a:solidFill>
                  <a:srgbClr val="333333"/>
                </a:solidFill>
                <a:latin typeface="Calibri"/>
              </a:rPr>
              <a:t>AND is one only when every input is one</a:t>
            </a:r>
          </a:p>
          <a:p>
            <a:pPr lvl="0" marL="457200" indent="-228600">
              <a:buFont typeface="Calibri"/>
              <a:spcAft>
                <a:spcPts val="1000"/>
              </a:spcAft>
              <a:buSzPct val="100000"/>
              <a:buChar char="•"/>
              <a:lnSpc>
                <a:spcPts val="2200"/>
              </a:lnSpc>
            </a:pPr>
            <a:r>
              <a:rPr sz="2000" b="0">
                <a:solidFill>
                  <a:srgbClr val="333333"/>
                </a:solidFill>
                <a:latin typeface="Calibri"/>
              </a:rPr>
              <a:t>OR is one when any input is one</a:t>
            </a:r>
          </a:p>
          <a:p>
            <a:pPr lvl="0" marL="457200" indent="-228600">
              <a:buFont typeface="Calibri"/>
              <a:spcAft>
                <a:spcPts val="1000"/>
              </a:spcAft>
              <a:buSzPct val="100000"/>
              <a:buChar char="•"/>
              <a:lnSpc>
                <a:spcPts val="2200"/>
              </a:lnSpc>
            </a:pPr>
            <a:r>
              <a:rPr sz="2000" b="0">
                <a:solidFill>
                  <a:srgbClr val="333333"/>
                </a:solidFill>
                <a:latin typeface="Calibri"/>
              </a:rPr>
              <a:t>XOR is one when inputs differ</a:t>
            </a:r>
          </a:p>
          <a:p>
            <a:pPr lvl="0" marL="457200" indent="-228600">
              <a:buFont typeface="Calibri"/>
              <a:spcAft>
                <a:spcPts val="1000"/>
              </a:spcAft>
              <a:buSzPct val="100000"/>
              <a:buChar char="•"/>
              <a:lnSpc>
                <a:spcPts val="2200"/>
              </a:lnSpc>
            </a:pPr>
            <a:r>
              <a:rPr sz="2000" b="0">
                <a:solidFill>
                  <a:srgbClr val="333333"/>
                </a:solidFill>
                <a:latin typeface="Calibri"/>
              </a:rPr>
              <a:t>Challenges in the lab ask you to match a described function</a:t>
            </a:r>
          </a:p>
          <a:p>
            <a:pPr lvl="0" marL="457200" indent="-228600">
              <a:buFont typeface="Calibri"/>
              <a:spcAft>
                <a:spcPts val="1000"/>
              </a:spcAft>
              <a:buSzPct val="100000"/>
              <a:buChar char="•"/>
              <a:lnSpc>
                <a:spcPts val="2200"/>
              </a:lnSpc>
            </a:pPr>
            <a:r>
              <a:rPr sz="2000" b="0">
                <a:solidFill>
                  <a:srgbClr val="333333"/>
                </a:solidFill>
                <a:latin typeface="Calibri"/>
              </a:rPr>
              <a:t>Edit F in the table or the expression; both can stay in sync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truth 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Truth table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truth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build a two-input AND and XOR table by hand</a:t>
            </a:r>
          </a:p>
          <a:p>
            <a:pPr lvl="0" marL="457200" indent="-228600">
              <a:buFont typeface="Calibri"/>
              <a:spcAft>
                <a:spcPts val="1000"/>
              </a:spcAft>
              <a:buSzPct val="100000"/>
              <a:buChar char="•"/>
              <a:lnSpc>
                <a:spcPts val="2200"/>
              </a:lnSpc>
            </a:pPr>
            <a:r>
              <a:rPr sz="2000" b="0">
                <a:solidFill>
                  <a:srgbClr val="333333"/>
                </a:solidFill>
                <a:latin typeface="Calibri"/>
              </a:rPr>
              <a:t>Add a three-input majority row set</a:t>
            </a:r>
          </a:p>
          <a:p>
            <a:pPr lvl="0" marL="457200" indent="-228600">
              <a:buFont typeface="Calibri"/>
              <a:spcAft>
                <a:spcPts val="1000"/>
              </a:spcAft>
              <a:buSzPct val="100000"/>
              <a:buChar char="•"/>
              <a:lnSpc>
                <a:spcPts val="2200"/>
              </a:lnSpc>
            </a:pPr>
            <a:r>
              <a:rPr sz="2000" b="0">
                <a:solidFill>
                  <a:srgbClr val="333333"/>
                </a:solidFill>
                <a:latin typeface="Calibri"/>
              </a:rPr>
              <a:t>Say how many rows you need for four variables</a:t>
            </a:r>
          </a:p>
          <a:p>
            <a:pPr lvl="0" marL="457200" indent="-228600">
              <a:buFont typeface="Calibri"/>
              <a:spcAft>
                <a:spcPts val="1000"/>
              </a:spcAft>
              <a:buSzPct val="100000"/>
              <a:buChar char="•"/>
              <a:lnSpc>
                <a:spcPts val="2200"/>
              </a:lnSpc>
            </a:pPr>
            <a:r>
              <a:rPr sz="2000" b="0">
                <a:solidFill>
                  <a:srgbClr val="333333"/>
                </a:solidFill>
                <a:latin typeface="Calibri"/>
              </a:rPr>
              <a:t>Name one pitfall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truth 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skip rows or duplicate an index</a:t>
            </a:r>
          </a:p>
          <a:p>
            <a:pPr lvl="0" marL="457200" indent="-228600">
              <a:buFont typeface="Calibri"/>
              <a:spcAft>
                <a:spcPts val="1000"/>
              </a:spcAft>
              <a:buSzPct val="100000"/>
              <a:buChar char="•"/>
              <a:lnSpc>
                <a:spcPts val="2200"/>
              </a:lnSpc>
            </a:pPr>
            <a:r>
              <a:rPr sz="2000" b="0">
                <a:solidFill>
                  <a:srgbClr val="333333"/>
                </a:solidFill>
                <a:latin typeface="Calibri"/>
              </a:rPr>
              <a:t>X in a cell means don’t-care, not “pick any answer.” And remember</a:t>
            </a:r>
          </a:p>
          <a:p>
            <a:pPr lvl="0" marL="457200" indent="-228600">
              <a:buFont typeface="Calibri"/>
              <a:spcAft>
                <a:spcPts val="1000"/>
              </a:spcAft>
              <a:buSzPct val="100000"/>
              <a:buChar char="•"/>
              <a:lnSpc>
                <a:spcPts val="2200"/>
              </a:lnSpc>
            </a:pPr>
            <a:r>
              <a:rPr sz="2000" b="0">
                <a:solidFill>
                  <a:srgbClr val="333333"/>
                </a:solidFill>
                <a:latin typeface="Calibri"/>
              </a:rPr>
              <a:t>Real verification still needs exhaustive or constrained cases beyond one hand 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truth 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write one full table and circle the minterms where F is one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Boolean laws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truth 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