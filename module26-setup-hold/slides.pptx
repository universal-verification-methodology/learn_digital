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flip-flop does not sample D at an instant—it needs setup time before the clock edge and hold time after. Setup means D must be stable for at least tsu before the capturing edge. Hold means D must not change for at least th after that edge. Clock-to-Q is how long until Q updates. Violate a window and capture becomes unreliable. This module makes the annotated timing diagram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case: clean pass with comfortable margins. D settles at time fourteen, the edge is at twenty, tsu is two—setup deadline is eighteen, so setup passes. Data stays low through the hold window after the edge. Q moves at edge plus tcq. Drag D later into the red setup band and setup fails. Flip D too soon after the edge and hold fails. In a two-flop path, launch delay plus combo delay must fit inside the clock period minus setup at the capture flop.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clk-D-Q timing diagram with green windows, and the tsu-th-tcq sliders. Load the starter—both setup and hold pass. Try the setup violation or hold violation presets. Drag the D transition or raise tsu to break a margin.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draw one posedge with tsu and th bands on the D line. For edge at twenty, tsu two, D change at nineteen—does setup pass? For hold th one, D change at twenty point five—does hold pass? Sketch a two-FF path and label tcq, tpd, and tsu. Name one pitfall: changing D on the same cycle you expect Q to capture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this teaching diagram with full static timing analysis or SPICE. Setup and hold are flip-flop requirements—combo logic delay is separate. And remember: the browser lab is literacy. Real chips still need SDC constraints, corners, and sign-off tools beyond dragging one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mark setup and hold on one wave. When you are ready, take the short quiz, then continue to reset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Setup / hold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flip-flop does not sample D at an instant, it needs setup time before the clock edge and hold time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setup hold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Windows, margins, Q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 case: clean pass with comfortable margins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 settles at time fourteen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Data stays low through the hold window after the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Q moves at edge plus tcq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Drag D later into the red setup band and setup fails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Flip D too soon after the edge and hold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setup hold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Setup hold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setup 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draw one posedge with tsu and th bands on the D 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edge at twenty, tsu two, D change at nineteen, does setup pass?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hold th one, D change at twenty point five, does hold pass?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a two-FF path and label tcq, tpd, and tsu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changing D on the same cycle you expect Q to capture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setup 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this teaching diagram with full static timing analysis or SPICE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Setup and hold are flip-flop requirements, combo logic delay is separate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chips still need SDC constraints, corners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setup 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mark setup and hold on one wave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reset timelines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setup hold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