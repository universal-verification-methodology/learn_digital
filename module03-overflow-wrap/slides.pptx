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Fixed-width math does not grow a bigger box when the answer is too big. The bits wrap, or—in signed math—you get overflow that is not the same as a carry flag. This module trains that distinction: what stores in the register versus what a flag is trying to tell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Unsigned wrap is modular arithmetic: results live modulo two to the width. Add fourteen and three in four bits and you store one, not seventeen. Signed overflow is different: the bit pattern may look “fine” as unsigned while the signed meaning is wrong—for example seven plus one at width four becomes minus eight. Carry and signed overflow are not the same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operands A and B, and the width plus signed-versus-unsigned mode. Load the starter—four-bit unsigned, try fourteen plus three—and watch the wrap. Run a signed demo when the lab offers one. Use Check when a challenge looks done. Explore a few; no full UI tour needed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pick width four. On paper, add fourteen plus three unsigned and show why the stored result is one. Then try signed seven plus one and explain why that is overflow, not “just another wrap story.” Write one sentence on why free-running counters often rely on wrap on purpose, and one pitfall: treating carry as if it meant signed overflow.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saturation—clamping to min or max—is the same as wrap; most simple RTL adders wrap unless you build saturation. Do not ignore width when you “check the answer in your head” with unlimited decimal. And remember: the browser lab is literacy. Waveforms still show the wrapped bits, not the mathematical ideal.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work one unsigned wrap and one signed overflow example. When you are ready, take the short quiz, then continue to ASCII and hex dump literacy.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Overflow / wrap</a:t>
            </a:r>
          </a:p>
          <a:p>
            <a:pPr algn="ctr">
              <a:lnSpc>
                <a:spcPts val="2200"/>
              </a:lnSpc>
              <a:spcBef>
                <a:spcPts val="1400"/>
              </a:spcBef>
            </a:pPr>
            <a:r>
              <a:rPr sz="2600" b="0">
                <a:solidFill>
                  <a:srgbClr val="333333"/>
                </a:solidFill>
                <a:latin typeface="Calibri"/>
              </a:rPr>
              <a:t>Fixed-width math does not grow a bigger box when the answer is too big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Wrap versus signed overflow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Unsigned wrap is modular arithmetic: results live modulo two to the width</a:t>
            </a:r>
          </a:p>
          <a:p>
            <a:pPr lvl="0" marL="457200" indent="-228600">
              <a:buFont typeface="Calibri"/>
              <a:spcAft>
                <a:spcPts val="1000"/>
              </a:spcAft>
              <a:buSzPct val="100000"/>
              <a:buChar char="•"/>
              <a:lnSpc>
                <a:spcPts val="2200"/>
              </a:lnSpc>
            </a:pPr>
            <a:r>
              <a:rPr sz="2000" b="0">
                <a:solidFill>
                  <a:srgbClr val="333333"/>
                </a:solidFill>
                <a:latin typeface="Calibri"/>
              </a:rPr>
              <a:t>Add fourteen and three in four bits and you store one, not seventeen</a:t>
            </a:r>
          </a:p>
          <a:p>
            <a:pPr lvl="0" marL="457200" indent="-228600">
              <a:buFont typeface="Calibri"/>
              <a:spcAft>
                <a:spcPts val="1000"/>
              </a:spcAft>
              <a:buSzPct val="100000"/>
              <a:buChar char="•"/>
              <a:lnSpc>
                <a:spcPts val="2200"/>
              </a:lnSpc>
            </a:pPr>
            <a:r>
              <a:rPr sz="2000" b="0">
                <a:solidFill>
                  <a:srgbClr val="333333"/>
                </a:solidFill>
                <a:latin typeface="Calibri"/>
              </a:rPr>
              <a:t>Signed overflow is different</a:t>
            </a:r>
          </a:p>
          <a:p>
            <a:pPr lvl="0" marL="457200" indent="-228600">
              <a:buFont typeface="Calibri"/>
              <a:spcAft>
                <a:spcPts val="1000"/>
              </a:spcAft>
              <a:buSzPct val="100000"/>
              <a:buChar char="•"/>
              <a:lnSpc>
                <a:spcPts val="2200"/>
              </a:lnSpc>
            </a:pPr>
            <a:r>
              <a:rPr sz="2000" b="0">
                <a:solidFill>
                  <a:srgbClr val="333333"/>
                </a:solidFill>
                <a:latin typeface="Calibri"/>
              </a:rPr>
              <a:t>Carry and signed overflow are not the same question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Overflow wrap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pick width four</a:t>
            </a:r>
          </a:p>
          <a:p>
            <a:pPr lvl="0" marL="457200" indent="-228600">
              <a:buFont typeface="Calibri"/>
              <a:spcAft>
                <a:spcPts val="1000"/>
              </a:spcAft>
              <a:buSzPct val="100000"/>
              <a:buChar char="•"/>
              <a:lnSpc>
                <a:spcPts val="2200"/>
              </a:lnSpc>
            </a:pPr>
            <a:r>
              <a:rPr sz="2000" b="0">
                <a:solidFill>
                  <a:srgbClr val="333333"/>
                </a:solidFill>
                <a:latin typeface="Calibri"/>
              </a:rPr>
              <a:t>On paper, add fourteen plus three unsigned and show why the stored result is one</a:t>
            </a:r>
          </a:p>
          <a:p>
            <a:pPr lvl="0" marL="457200" indent="-228600">
              <a:buFont typeface="Calibri"/>
              <a:spcAft>
                <a:spcPts val="1000"/>
              </a:spcAft>
              <a:buSzPct val="100000"/>
              <a:buChar char="•"/>
              <a:lnSpc>
                <a:spcPts val="2200"/>
              </a:lnSpc>
            </a:pPr>
            <a:r>
              <a:rPr sz="2000" b="0">
                <a:solidFill>
                  <a:srgbClr val="333333"/>
                </a:solidFill>
                <a:latin typeface="Calibri"/>
              </a:rPr>
              <a:t>Treating carry as if it meant signed overflow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saturation, clamping to min or max, is the same as wrap</a:t>
            </a:r>
          </a:p>
          <a:p>
            <a:pPr lvl="0" marL="457200" indent="-228600">
              <a:buFont typeface="Calibri"/>
              <a:spcAft>
                <a:spcPts val="1000"/>
              </a:spcAft>
              <a:buSzPct val="100000"/>
              <a:buChar char="•"/>
              <a:lnSpc>
                <a:spcPts val="2200"/>
              </a:lnSpc>
            </a:pPr>
            <a:r>
              <a:rPr sz="2000" b="0">
                <a:solidFill>
                  <a:srgbClr val="333333"/>
                </a:solidFill>
                <a:latin typeface="Calibri"/>
              </a:rPr>
              <a:t>Do not ignore width when you “check the answer in your head” with unlimited decimal</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Waveforms still show the wrapped bits, not the mathematical ideal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work one unsigned wrap and one signed overflow example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ASCII and hex dump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overflow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