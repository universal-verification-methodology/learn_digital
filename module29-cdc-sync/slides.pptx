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a signal crosses from one clock domain to another, timing is not guaranteed—the source can change while the destination flop is sampling. That is clock-domain crossing, or CDC. The first flop in the destination domain may go metastable, stuck between zero and one. A two-flop synchronizer gives one extra cycle to settle: q1 samples async_in, q2 samples q1, and dst logic uses q2—not q1. This module shows why that chain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Starter: two-FF mode with async_in toggling and clk_dst stepping. After a near-edge sample, q1 may show M for metastable; step again and q2 settles to a clean zero or one. One-FF mode is unsafe—sync_out comes straight from q1. Multi-bit misuse warns you: a bus cannot ride a classic two-FF chain; use Gray code, handshake, or an async FIFO instead. Never fan q1 into combinational logic in the dst domain.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look at the synchronizer chain diagram, the async-q1-q2 wave strip, and the RTL for each style. Load the starter—two-FF single-bit sync. Try arm near-edge sample then step, or run the demo toggle-risk-two-steps. Switch to one-FF or multi-bit misuse to see the warnings. Use Check when a challenge looks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workbook track, draw async_in, q1, q2, and sync_out across two dst clock edges. Write the always block for a two-FF synchronizer. Explain why q2 is the safe output. Sketch what goes wrong with one flop or with an eight-bit bus through two flops. Name one pitfall: using q1 before it has settled.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treat CDC as a timing exception you can ignore—metastability is probabilistic, not impossible. Two flops improve MTBF but do not make multi-bit buses safe. And remember: the browser lab is literacy. Real designs still need CDC constraints, synchronizer cells, and proper protocols for data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finish a few challenges after the starter. On paper, draw one two-FF settle wave and one multi-bit caution. When you are ready, take the short quiz, then continue to the FSM designer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CDC / 2-FF sync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When a signal crosses from one clock domain to another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cdc sync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Safe, unsafe, multi-bit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Starter: two-FF mode with async_in toggling and clk_dst stepping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After a near-edge sample, q1 may show M for metastable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One-FF mode is unsafe, sync_out comes straight from q1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Multi-bit misuse warns you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Never fan q1 into combinational logic in the dst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cdc sync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CDC sync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cdc sync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Workbook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workbook track, draw async_in, q1, q2, and sync_out across two dst clock edges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Write the always block for a two-FF synchronizer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Explain why q2 is the safe output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Sketch what goes wrong with one flop or with an eight-bit bus through two flops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Name one pitfall: using q1 before it has settled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cdc sync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treat CDC as a timing exception you can ignore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Two flops improve MTBF but do not make multi-bit buses safe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remember: the browser lab is literacy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Real designs still need CDC constraints, synchronizer cells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cdc sync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finish a few challenges after the starter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paper, draw one two-FF settle wave and one multi-bit caution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the FSM designer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cdc sync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