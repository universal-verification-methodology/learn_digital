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several requests arrive at once, a priority encoder picks one winner and reports its index. Enable-in and enable-out let you cascade blocks. A comparator answers equal, greater-than, and less-than—but unsigned magnitude and signed two’s-complement order can disagree on the same bit pattern. This module makes both ideas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High-index-first: if I zero and I two are both set, the winner is two. Low-index-first would pick zero instead—priority is a design choice. With all inputs zero and enable-in high, valid is zero and enable-out asserts for the next encoder in a chain. Compare four-bit A and B: unsigned treats every bit as magnitude; signed treats the MSB as sign. Same bits can yield A greater unsigned but A less signed.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encoder or comparator diagram, and the input toggles. Load the starter—a four-input priority encoder, high-index-first, with I zero and I two set, so winner I two and Y equals two. Switch to compare mode and try a signed versus unsigned disagree case.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for I one and I three both set, give the winner high-index-first and low-index-first. With enable-in high and no inputs active, state V and enable-out. For four-bit A equals fifteen and B equals one, say unsigned and signed relational results. Name one pitfall: assuming comparator flags match without checking signed mode.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mix up priority direction—high versus low index first changes the answer. Enable-out is not “any input high”; it means no local winner while enable-in is on. And remember: the browser lab is literacy. Real buses still need timing, width agreement, and test vectors on both unsigned and signed 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sketch one priority case and one compare disagree case. When you are ready, take the short quiz, then continue to half and full adder.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Priority &amp; compare</a:t>
            </a:r>
          </a:p>
          <a:p>
            <a:pPr algn="ctr">
              <a:lnSpc>
                <a:spcPts val="2200"/>
              </a:lnSpc>
              <a:spcBef>
                <a:spcPts val="1400"/>
              </a:spcBef>
            </a:pPr>
            <a:r>
              <a:rPr sz="2600" b="0">
                <a:solidFill>
                  <a:srgbClr val="333333"/>
                </a:solidFill>
                <a:latin typeface="Calibri"/>
              </a:rPr>
              <a:t>When several requests arrive at once, a priority encoder picks one winner and reports its index</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priority compare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Winner, flags, cascade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High-index-first: if I zero and I two are both set, the winner is two</a:t>
            </a:r>
          </a:p>
          <a:p>
            <a:pPr lvl="0" marL="457200" indent="-228600">
              <a:buFont typeface="Calibri"/>
              <a:spcAft>
                <a:spcPts val="1000"/>
              </a:spcAft>
              <a:buSzPct val="100000"/>
              <a:buChar char="•"/>
              <a:lnSpc>
                <a:spcPts val="2200"/>
              </a:lnSpc>
            </a:pPr>
            <a:r>
              <a:rPr sz="2000" b="0">
                <a:solidFill>
                  <a:srgbClr val="333333"/>
                </a:solidFill>
                <a:latin typeface="Calibri"/>
              </a:rPr>
              <a:t>Low-index-first would pick zero instead, priority is a design choice</a:t>
            </a:r>
          </a:p>
          <a:p>
            <a:pPr lvl="0" marL="457200" indent="-228600">
              <a:buFont typeface="Calibri"/>
              <a:spcAft>
                <a:spcPts val="1000"/>
              </a:spcAft>
              <a:buSzPct val="100000"/>
              <a:buChar char="•"/>
              <a:lnSpc>
                <a:spcPts val="2200"/>
              </a:lnSpc>
            </a:pPr>
            <a:r>
              <a:rPr sz="2000" b="0">
                <a:solidFill>
                  <a:srgbClr val="333333"/>
                </a:solidFill>
                <a:latin typeface="Calibri"/>
              </a:rPr>
              <a:t>With all inputs zero and enable-in high</a:t>
            </a:r>
          </a:p>
          <a:p>
            <a:pPr lvl="0" marL="457200" indent="-228600">
              <a:buFont typeface="Calibri"/>
              <a:spcAft>
                <a:spcPts val="1000"/>
              </a:spcAft>
              <a:buSzPct val="100000"/>
              <a:buChar char="•"/>
              <a:lnSpc>
                <a:spcPts val="2200"/>
              </a:lnSpc>
            </a:pPr>
            <a:r>
              <a:rPr sz="2000" b="0">
                <a:solidFill>
                  <a:srgbClr val="333333"/>
                </a:solidFill>
                <a:latin typeface="Calibri"/>
              </a:rPr>
              <a:t>Compare four-bit A and B</a:t>
            </a:r>
          </a:p>
          <a:p>
            <a:pPr lvl="0" marL="457200" indent="-228600">
              <a:buFont typeface="Calibri"/>
              <a:spcAft>
                <a:spcPts val="1000"/>
              </a:spcAft>
              <a:buSzPct val="100000"/>
              <a:buChar char="•"/>
              <a:lnSpc>
                <a:spcPts val="2200"/>
              </a:lnSpc>
            </a:pPr>
            <a:r>
              <a:rPr sz="2000" b="0">
                <a:solidFill>
                  <a:srgbClr val="333333"/>
                </a:solidFill>
                <a:latin typeface="Calibri"/>
              </a:rPr>
              <a:t>Same bits can yield A greater unsigned but A less signed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priority compare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Priority compare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priority compare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a:t>
            </a:r>
          </a:p>
          <a:p>
            <a:pPr lvl="0" marL="457200" indent="-228600">
              <a:buFont typeface="Calibri"/>
              <a:spcAft>
                <a:spcPts val="1000"/>
              </a:spcAft>
              <a:buSzPct val="100000"/>
              <a:buChar char="•"/>
              <a:lnSpc>
                <a:spcPts val="2200"/>
              </a:lnSpc>
            </a:pPr>
            <a:r>
              <a:rPr sz="2000" b="0">
                <a:solidFill>
                  <a:srgbClr val="333333"/>
                </a:solidFill>
                <a:latin typeface="Calibri"/>
              </a:rPr>
              <a:t>With enable-in high and no inputs active, state V and enable-out</a:t>
            </a:r>
          </a:p>
          <a:p>
            <a:pPr lvl="0" marL="457200" indent="-228600">
              <a:buFont typeface="Calibri"/>
              <a:spcAft>
                <a:spcPts val="1000"/>
              </a:spcAft>
              <a:buSzPct val="100000"/>
              <a:buChar char="•"/>
              <a:lnSpc>
                <a:spcPts val="2200"/>
              </a:lnSpc>
            </a:pPr>
            <a:r>
              <a:rPr sz="2000" b="0">
                <a:solidFill>
                  <a:srgbClr val="333333"/>
                </a:solidFill>
                <a:latin typeface="Calibri"/>
              </a:rPr>
              <a:t>For four-bit A equals fifteen and B equals one, say unsigned and signed relational results</a:t>
            </a:r>
          </a:p>
          <a:p>
            <a:pPr lvl="0" marL="457200" indent="-228600">
              <a:buFont typeface="Calibri"/>
              <a:spcAft>
                <a:spcPts val="1000"/>
              </a:spcAft>
              <a:buSzPct val="100000"/>
              <a:buChar char="•"/>
              <a:lnSpc>
                <a:spcPts val="2200"/>
              </a:lnSpc>
            </a:pPr>
            <a:r>
              <a:rPr sz="2000" b="0">
                <a:solidFill>
                  <a:srgbClr val="333333"/>
                </a:solidFill>
                <a:latin typeface="Calibri"/>
              </a:rPr>
              <a:t>Name one pitfall: assuming comparator flags match without checking signed mode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priority compare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mix up priority direction, high versus low index first changes the answer</a:t>
            </a:r>
          </a:p>
          <a:p>
            <a:pPr lvl="0" marL="457200" indent="-228600">
              <a:buFont typeface="Calibri"/>
              <a:spcAft>
                <a:spcPts val="1000"/>
              </a:spcAft>
              <a:buSzPct val="100000"/>
              <a:buChar char="•"/>
              <a:lnSpc>
                <a:spcPts val="2200"/>
              </a:lnSpc>
            </a:pPr>
            <a:r>
              <a:rPr sz="2000" b="0">
                <a:solidFill>
                  <a:srgbClr val="333333"/>
                </a:solidFill>
                <a:latin typeface="Calibri"/>
              </a:rPr>
              <a:t>Enable-out is not “any input high”; it means no local winner while enable-in is on</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buses still need timing, width agreement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priority compare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sketch one priority case and one compare disagree case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half and full adder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priority 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