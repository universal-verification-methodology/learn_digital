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 starts with a half adder: sum is A xor B, carry is A and B—but there is no carry-in, so it cannot sit alone in a multi-bit column. A full adder adds carry-in: sum is A xor B xor Cin, carry-out is majority of the three inputs. Two half adders plus an OR on the carries build a full adder. Chain full adders and you get ripple-carry addition. This module makes all three levels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adder truth: zero plus zero gives sum zero, carry zero; one plus one gives sum zero, carry one. Full adder with A, B, and Cin all one gives sum one and carry-out one—majority wins. Compose view: first HA on A and B yields S one and C one; second HA on S one and Cin yields sum one and another carry; Cout is C one or C two. Ripple two bits: FA zero adds the least column with Cin zero; FA one takes the carry into the next column.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adder diagram and truth table, and the input toggles. Load the starter—a half adder with A equals one, B equals one, so S equals zero and C equals one. Switch to full adder, compose, or ripple mode and hit Explain to see the step trace.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fill the half-adder truth table for all four A-B pairs. For full adder A equals one, B equals zero, Cin equals one, give S and Cout. Sketch two half adders and an OR as one full adder. For two-bit ripple with A equals one-zero and B equals one-one, name S zero, S one, and final Cout. Name one pitfall: using a half adder where a column needs carry-in.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half-adder carry with full-adder carry-out—they solve different problems. Majority carry is not the same as HA carry alone when Cin is in play. And remember: the browser lab is literacy. Real adders still need timing, overflow flags, and faster carry schemes beyond naive ripple.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HA truth table and one FA from two HAs. When you are ready, take the short quiz, then continue to XOR parity tree.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Half / full adder</a:t>
            </a:r>
          </a:p>
          <a:p>
            <a:pPr algn="ctr">
              <a:lnSpc>
                <a:spcPts val="2200"/>
              </a:lnSpc>
              <a:spcBef>
                <a:spcPts val="1400"/>
              </a:spcBef>
            </a:pPr>
            <a:r>
              <a:rPr sz="2600" b="0">
                <a:solidFill>
                  <a:srgbClr val="333333"/>
                </a:solidFill>
                <a:latin typeface="Calibri"/>
              </a:rPr>
              <a:t>Addition starts with a half adder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Sum, carry, chain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Half adder truth</a:t>
            </a:r>
          </a:p>
          <a:p>
            <a:pPr lvl="0" marL="457200" indent="-228600">
              <a:buFont typeface="Calibri"/>
              <a:spcAft>
                <a:spcPts val="1000"/>
              </a:spcAft>
              <a:buSzPct val="100000"/>
              <a:buChar char="•"/>
              <a:lnSpc>
                <a:spcPts val="2200"/>
              </a:lnSpc>
            </a:pPr>
            <a:r>
              <a:rPr sz="2000" b="0">
                <a:solidFill>
                  <a:srgbClr val="333333"/>
                </a:solidFill>
                <a:latin typeface="Calibri"/>
              </a:rPr>
              <a:t>Full adder with A, B, and Cin all one gives sum one and carry-out one, majority wins</a:t>
            </a:r>
          </a:p>
          <a:p>
            <a:pPr lvl="0" marL="457200" indent="-228600">
              <a:buFont typeface="Calibri"/>
              <a:spcAft>
                <a:spcPts val="1000"/>
              </a:spcAft>
              <a:buSzPct val="100000"/>
              <a:buChar char="•"/>
              <a:lnSpc>
                <a:spcPts val="2200"/>
              </a:lnSpc>
            </a:pPr>
            <a:r>
              <a:rPr sz="2000" b="0">
                <a:solidFill>
                  <a:srgbClr val="333333"/>
                </a:solidFill>
                <a:latin typeface="Calibri"/>
              </a:rPr>
              <a:t>Compose view</a:t>
            </a:r>
          </a:p>
          <a:p>
            <a:pPr lvl="0" marL="457200" indent="-228600">
              <a:buFont typeface="Calibri"/>
              <a:spcAft>
                <a:spcPts val="1000"/>
              </a:spcAft>
              <a:buSzPct val="100000"/>
              <a:buChar char="•"/>
              <a:lnSpc>
                <a:spcPts val="2200"/>
              </a:lnSpc>
            </a:pPr>
            <a:r>
              <a:rPr sz="2000" b="0">
                <a:solidFill>
                  <a:srgbClr val="333333"/>
                </a:solidFill>
                <a:latin typeface="Calibri"/>
              </a:rPr>
              <a:t>Ripple two 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Half full adder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fill the half-adder truth table for all four A-B pairs</a:t>
            </a:r>
          </a:p>
          <a:p>
            <a:pPr lvl="0" marL="457200" indent="-228600">
              <a:buFont typeface="Calibri"/>
              <a:spcAft>
                <a:spcPts val="1000"/>
              </a:spcAft>
              <a:buSzPct val="100000"/>
              <a:buChar char="•"/>
              <a:lnSpc>
                <a:spcPts val="2200"/>
              </a:lnSpc>
            </a:pPr>
            <a:r>
              <a:rPr sz="2000" b="0">
                <a:solidFill>
                  <a:srgbClr val="333333"/>
                </a:solidFill>
                <a:latin typeface="Calibri"/>
              </a:rPr>
              <a:t>For full adder A equals one, B equals zero, Cin equals one, give S and Cout</a:t>
            </a:r>
          </a:p>
          <a:p>
            <a:pPr lvl="0" marL="457200" indent="-228600">
              <a:buFont typeface="Calibri"/>
              <a:spcAft>
                <a:spcPts val="1000"/>
              </a:spcAft>
              <a:buSzPct val="100000"/>
              <a:buChar char="•"/>
              <a:lnSpc>
                <a:spcPts val="2200"/>
              </a:lnSpc>
            </a:pPr>
            <a:r>
              <a:rPr sz="2000" b="0">
                <a:solidFill>
                  <a:srgbClr val="333333"/>
                </a:solidFill>
                <a:latin typeface="Calibri"/>
              </a:rPr>
              <a:t>Sketch two half adders and an OR as one full adder</a:t>
            </a:r>
          </a:p>
          <a:p>
            <a:pPr lvl="0" marL="457200" indent="-228600">
              <a:buFont typeface="Calibri"/>
              <a:spcAft>
                <a:spcPts val="1000"/>
              </a:spcAft>
              <a:buSzPct val="100000"/>
              <a:buChar char="•"/>
              <a:lnSpc>
                <a:spcPts val="2200"/>
              </a:lnSpc>
            </a:pPr>
            <a:r>
              <a:rPr sz="2000" b="0">
                <a:solidFill>
                  <a:srgbClr val="333333"/>
                </a:solidFill>
                <a:latin typeface="Calibri"/>
              </a:rPr>
              <a:t>For two-bit ripple with A equals one-zero and B equals one-one, name S zero, S one</a:t>
            </a:r>
          </a:p>
          <a:p>
            <a:pPr lvl="0" marL="457200" indent="-228600">
              <a:buFont typeface="Calibri"/>
              <a:spcAft>
                <a:spcPts val="1000"/>
              </a:spcAft>
              <a:buSzPct val="100000"/>
              <a:buChar char="•"/>
              <a:lnSpc>
                <a:spcPts val="2200"/>
              </a:lnSpc>
            </a:pPr>
            <a:r>
              <a:rPr sz="2000" b="0">
                <a:solidFill>
                  <a:srgbClr val="333333"/>
                </a:solidFill>
                <a:latin typeface="Calibri"/>
              </a:rPr>
              <a:t>Name one pitfall: using a half adder where a column needs carry-in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half-adder carry with full-adder carry-out, they solve different problems</a:t>
            </a:r>
          </a:p>
          <a:p>
            <a:pPr lvl="0" marL="457200" indent="-228600">
              <a:buFont typeface="Calibri"/>
              <a:spcAft>
                <a:spcPts val="1000"/>
              </a:spcAft>
              <a:buSzPct val="100000"/>
              <a:buChar char="•"/>
              <a:lnSpc>
                <a:spcPts val="2200"/>
              </a:lnSpc>
            </a:pPr>
            <a:r>
              <a:rPr sz="2000" b="0">
                <a:solidFill>
                  <a:srgbClr val="333333"/>
                </a:solidFill>
                <a:latin typeface="Calibri"/>
              </a:rPr>
              <a:t>Majority carry is not the same as HA carry alone when Cin is in play</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adders still need timing, overflow flags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HA truth table and one FA from two HAs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XOR parity tree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half full adder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