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Eight-bit two's complement treats the MSB as sign: range minus one twenty-eight through plus one twenty-seven. The same adder hardware works for unsigned and signed—you interpret flags differently. N is the result MSB. Z means zero. C is unsigned carry on add or not-borrow on subtract. V means signed overflow—the true sum or difference does not fit in eight signed bits. V and C are not the same flag.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add one hundred plus fifty in eight-bit two's complement. Wrapped byte is hex nine six; signed view is minus one oh six. Status panel shows true signed sum one fifty outside the eight-bit range. Flags include V equals one when same-sign operands produce a result with flipped sign bit. Compare with Example V equals one at one hundred plus one hundred—wraps to minus fifty-six. And Example C equals one V equals zero at two hundred plus one hundred—unsigned carry without signed overflow.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enter A and B as decimal, hex, or binary. Pick add or subtract. Compute shows operands, wrapped result, and N-Z-C-V flags. Status compares wrapped result to true signed value. Try Demo C versus V to see carry and overflow diverge. Explain flags walks through two's complement wrap.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paper, add plus one hundred plus plus fifty and list wrapped hex, signed view, and V. Do one hundred plus one hundred and record minus fifty-six with V equals one. Do two hundred plus one hundred and note C equals one with V equals zero. Write the V rule for add: same sign in, different sign out. Name one pitfall: treating C as signed overflow.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wrapped bits as the true signed answer when V equals one. Subtract overflow uses a different V test than add—both mean out of range. Negative numbers use two's complement, not sign-magnitude in this lab. And remember: ISA manuals differ slightly on borrow versus carry naming—always check your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run the starter and both overflow demos. On paper, fill one row with operands, wrapped result, true signed, and NZCV. When you are ready, take the short quiz, then continue to RAM and ROM map.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Signed arithmetic</a:t>
            </a:r>
          </a:p>
          <a:p>
            <a:pPr algn="ctr">
              <a:lnSpc>
                <a:spcPts val="2200"/>
              </a:lnSpc>
              <a:spcBef>
                <a:spcPts val="1400"/>
              </a:spcBef>
            </a:pPr>
            <a:r>
              <a:rPr sz="2600" b="0">
                <a:solidFill>
                  <a:srgbClr val="333333"/>
                </a:solidFill>
                <a:latin typeface="Calibri"/>
              </a:rPr>
              <a:t>Eight-bit two's complement treats the MSB as sign: range minus one twenty-eight through plus one twenty-seven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signed arith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One hundred plus fifty starter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add one hundred plus fifty in eight-bit two's complement</a:t>
            </a:r>
          </a:p>
          <a:p>
            <a:pPr lvl="0" marL="457200" indent="-228600">
              <a:buFont typeface="Calibri"/>
              <a:spcAft>
                <a:spcPts val="1000"/>
              </a:spcAft>
              <a:buSzPct val="100000"/>
              <a:buChar char="•"/>
              <a:lnSpc>
                <a:spcPts val="2200"/>
              </a:lnSpc>
            </a:pPr>
            <a:r>
              <a:rPr sz="2000" b="0">
                <a:solidFill>
                  <a:srgbClr val="333333"/>
                </a:solidFill>
                <a:latin typeface="Calibri"/>
              </a:rPr>
              <a:t>Wrapped byte is hex nine six; signed view is minus one oh six</a:t>
            </a:r>
          </a:p>
          <a:p>
            <a:pPr lvl="0" marL="457200" indent="-228600">
              <a:buFont typeface="Calibri"/>
              <a:spcAft>
                <a:spcPts val="1000"/>
              </a:spcAft>
              <a:buSzPct val="100000"/>
              <a:buChar char="•"/>
              <a:lnSpc>
                <a:spcPts val="2200"/>
              </a:lnSpc>
            </a:pPr>
            <a:r>
              <a:rPr sz="2000" b="0">
                <a:solidFill>
                  <a:srgbClr val="333333"/>
                </a:solidFill>
                <a:latin typeface="Calibri"/>
              </a:rPr>
              <a:t>Status panel shows true signed sum one fifty outside the eight-bit range</a:t>
            </a:r>
          </a:p>
          <a:p>
            <a:pPr lvl="0" marL="457200" indent="-228600">
              <a:buFont typeface="Calibri"/>
              <a:spcAft>
                <a:spcPts val="1000"/>
              </a:spcAft>
              <a:buSzPct val="100000"/>
              <a:buChar char="•"/>
              <a:lnSpc>
                <a:spcPts val="2200"/>
              </a:lnSpc>
            </a:pPr>
            <a:r>
              <a:rPr sz="2000" b="0">
                <a:solidFill>
                  <a:srgbClr val="333333"/>
                </a:solidFill>
                <a:latin typeface="Calibri"/>
              </a:rPr>
              <a:t>Flags include V equals one when same-sign operands produce a result with flipped sign bit</a:t>
            </a:r>
          </a:p>
          <a:p>
            <a:pPr lvl="0" marL="457200" indent="-228600">
              <a:buFont typeface="Calibri"/>
              <a:spcAft>
                <a:spcPts val="1000"/>
              </a:spcAft>
              <a:buSzPct val="100000"/>
              <a:buChar char="•"/>
              <a:lnSpc>
                <a:spcPts val="2200"/>
              </a:lnSpc>
            </a:pPr>
            <a:r>
              <a:rPr sz="2000" b="0">
                <a:solidFill>
                  <a:srgbClr val="333333"/>
                </a:solidFill>
                <a:latin typeface="Calibri"/>
              </a:rPr>
              <a:t>Compare with Example V equals one at one hundred plus one hundred</a:t>
            </a:r>
          </a:p>
          <a:p>
            <a:pPr lvl="0" marL="457200" indent="-228600">
              <a:buFont typeface="Calibri"/>
              <a:spcAft>
                <a:spcPts val="1000"/>
              </a:spcAft>
              <a:buSzPct val="100000"/>
              <a:buChar char="•"/>
              <a:lnSpc>
                <a:spcPts val="2200"/>
              </a:lnSpc>
            </a:pPr>
            <a:r>
              <a:rPr sz="2000" b="0">
                <a:solidFill>
                  <a:srgbClr val="333333"/>
                </a:solidFill>
                <a:latin typeface="Calibri"/>
              </a:rPr>
              <a:t>And Example C equals one V equals zero at two hundred plus one hundred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signed arith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Signed arithmetic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signed arith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 paper, add plus one hundred plus plus fifty and list wrapped hex, signed view, and V</a:t>
            </a:r>
          </a:p>
          <a:p>
            <a:pPr lvl="0" marL="457200" indent="-228600">
              <a:buFont typeface="Calibri"/>
              <a:spcAft>
                <a:spcPts val="1000"/>
              </a:spcAft>
              <a:buSzPct val="100000"/>
              <a:buChar char="•"/>
              <a:lnSpc>
                <a:spcPts val="2200"/>
              </a:lnSpc>
            </a:pPr>
            <a:r>
              <a:rPr sz="2000" b="0">
                <a:solidFill>
                  <a:srgbClr val="333333"/>
                </a:solidFill>
                <a:latin typeface="Calibri"/>
              </a:rPr>
              <a:t>Do one hundred plus one hundred and record minus fifty-six with V equals one</a:t>
            </a:r>
          </a:p>
          <a:p>
            <a:pPr lvl="0" marL="457200" indent="-228600">
              <a:buFont typeface="Calibri"/>
              <a:spcAft>
                <a:spcPts val="1000"/>
              </a:spcAft>
              <a:buSzPct val="100000"/>
              <a:buChar char="•"/>
              <a:lnSpc>
                <a:spcPts val="2200"/>
              </a:lnSpc>
            </a:pPr>
            <a:r>
              <a:rPr sz="2000" b="0">
                <a:solidFill>
                  <a:srgbClr val="333333"/>
                </a:solidFill>
                <a:latin typeface="Calibri"/>
              </a:rPr>
              <a:t>Do two hundred plus one hundred and note C equals one with V equals zero</a:t>
            </a:r>
          </a:p>
          <a:p>
            <a:pPr lvl="0" marL="457200" indent="-228600">
              <a:buFont typeface="Calibri"/>
              <a:spcAft>
                <a:spcPts val="1000"/>
              </a:spcAft>
              <a:buSzPct val="100000"/>
              <a:buChar char="•"/>
              <a:lnSpc>
                <a:spcPts val="2200"/>
              </a:lnSpc>
            </a:pPr>
            <a:r>
              <a:rPr sz="2000" b="0">
                <a:solidFill>
                  <a:srgbClr val="333333"/>
                </a:solidFill>
                <a:latin typeface="Calibri"/>
              </a:rPr>
              <a:t>Write the V rule for add: same sign in, different sign out</a:t>
            </a:r>
          </a:p>
          <a:p>
            <a:pPr lvl="0" marL="457200" indent="-228600">
              <a:buFont typeface="Calibri"/>
              <a:spcAft>
                <a:spcPts val="1000"/>
              </a:spcAft>
              <a:buSzPct val="100000"/>
              <a:buChar char="•"/>
              <a:lnSpc>
                <a:spcPts val="2200"/>
              </a:lnSpc>
            </a:pPr>
            <a:r>
              <a:rPr sz="2000" b="0">
                <a:solidFill>
                  <a:srgbClr val="333333"/>
                </a:solidFill>
                <a:latin typeface="Calibri"/>
              </a:rPr>
              <a:t>Name one pitfall: treating C as signed overflow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signed arith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read wrapped bits as the true signed answer when V equals one</a:t>
            </a:r>
          </a:p>
          <a:p>
            <a:pPr lvl="0" marL="457200" indent="-228600">
              <a:buFont typeface="Calibri"/>
              <a:spcAft>
                <a:spcPts val="1000"/>
              </a:spcAft>
              <a:buSzPct val="100000"/>
              <a:buChar char="•"/>
              <a:lnSpc>
                <a:spcPts val="2200"/>
              </a:lnSpc>
            </a:pPr>
            <a:r>
              <a:rPr sz="2000" b="0">
                <a:solidFill>
                  <a:srgbClr val="333333"/>
                </a:solidFill>
                <a:latin typeface="Calibri"/>
              </a:rPr>
              <a:t>Subtract overflow uses a different V test than add, both mean out of range</a:t>
            </a:r>
          </a:p>
          <a:p>
            <a:pPr lvl="0" marL="457200" indent="-228600">
              <a:buFont typeface="Calibri"/>
              <a:spcAft>
                <a:spcPts val="1000"/>
              </a:spcAft>
              <a:buSzPct val="100000"/>
              <a:buChar char="•"/>
              <a:lnSpc>
                <a:spcPts val="2200"/>
              </a:lnSpc>
            </a:pPr>
            <a:r>
              <a:rPr sz="2000" b="0">
                <a:solidFill>
                  <a:srgbClr val="333333"/>
                </a:solidFill>
                <a:latin typeface="Calibri"/>
              </a:rPr>
              <a:t>Negative numbers use two's complement, not sign-magnitude in this lab</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signed arith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run the starter and both overflow demos</a:t>
            </a:r>
          </a:p>
          <a:p>
            <a:pPr lvl="0" marL="457200" indent="-228600">
              <a:buFont typeface="Calibri"/>
              <a:spcAft>
                <a:spcPts val="1000"/>
              </a:spcAft>
              <a:buSzPct val="100000"/>
              <a:buChar char="•"/>
              <a:lnSpc>
                <a:spcPts val="2200"/>
              </a:lnSpc>
            </a:pPr>
            <a:r>
              <a:rPr sz="2000" b="0">
                <a:solidFill>
                  <a:srgbClr val="333333"/>
                </a:solidFill>
                <a:latin typeface="Calibri"/>
              </a:rPr>
              <a:t>On paper, fill one row with operands, wrapped result, true signed, and NZCV</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RAM and ROM map</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signed arith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