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Sum-of-products ORs minterms where F is one. Product-of-sums ANDs maxterms where F is zero. Same function, two canonical views—dual of each other. Sigma-m lists minterm indices; pi-M lists maxterm indices. This module makes derive, compare, and read both forms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minterm is a product true on exactly one row—like A-prime B for m zero on two variables. A maxterm is a sum false on exactly one row—like A plus B for M zero. Canonical SOP lists every one row; canonical POS lists every zero row. That full form is not always minimal—you still simplify with grouping or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F column and derived SOP or POS, and Derive or Explain controls. Load the starter XOR—F is one on rows one and two. Derive SOP and POS and check POS includes M zero and M three. Try preset AND or OR, or switch to three variables.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take two-variable XOR. Write canonical SOP from rows one and two, and POS from rows zero and three. For AND, note only m three is one. For all zeros, SOP is zero; for all ones, both forms collapse to one. Name one pitfall: assuming canonical SOP is already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SOP and POS rules—SOP uses F equals one, POS uses F equals zero. Minterm m zero and maxterm M zero are different shapes. And remember: the browser lab is literacy. Real synthesis picks the form that fits your gate library and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write SOP and POS for one small table. When you are ready, take the short quiz, then continue to don’t-care minimization.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SOP and POS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Sum-of-products ORs minterms where F is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sop pos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Minterms and maxterms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minterm is a product true on exactly one row, like A-prime B for m zero on two variables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maxterm is a sum false on exactly one row, like A plus B for M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Canonical SOP lists every one row; canonical POS lists every zero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full form is not always minimal, you still simplify with grouping or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sop 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SOP POS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sop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take two-variable XOR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canonical SOP from rows one and two, and POS from rows zero and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AND, note only m three is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all zeros, SOP is zero; for all ones, both forms collapse to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assuming canonical SOP is already minimal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sop 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SOP and POS rules, SOP uses F equals one, POS uses F equals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Minterm m zero and maxterm M zero are different shapes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synthesis picks the form that fits your gate library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sop 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write SOP and POS for one small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don’t-care minimization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sop 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