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drop bits. Parity adds one check bit so even or odd ones count stays consistent. A simple XOR checksum folds bytes into one check value. Neither fixes errors—they detect many single flips. This module makes compute, attach, and verify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parity sets the check bit so the total ones count is even—often just the reduction XOR of the data bits. Odd parity flips that sense. XOR of all bits is ones-count mod two. Parity does not correct bit errors. A multi-byte XOR checksum verifies when the fold comes back zero; corruption breaks the check.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data and parity or checksum views, and Compute, Attach, Verify, or Flip controls. Load the starter at hex two-A with even parity. Compute, attach, and verify for a PASS, then flip a data bit and watch FAIL. Try the XOR checksum path on the starter bytes when you want a multi-byte check.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take data hex two-A. Count the ones, compute even and odd parity bits by hand, and say which verify fails after flipping bit zero. Sketch a three-byte XOR checksum and note that a corrupt byte fails the zero fold. Name one pitfall: assuming parity repairs the bad bit.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parity as error correction. Even and odd modes disagree if you mix them across sender and receiver. And remember: the browser lab is literacy. Real links still need framing, stronger codes, or retries when one bit of protection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compute one parity bit and one XOR checksum by hand. When you are ready, take the short quiz, then continue to fixed-point.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Parity and checksum</a:t>
            </a:r>
          </a:p>
          <a:p>
            <a:pPr algn="ctr">
              <a:lnSpc>
                <a:spcPts val="2200"/>
              </a:lnSpc>
              <a:spcBef>
                <a:spcPts val="1400"/>
              </a:spcBef>
            </a:pPr>
            <a:r>
              <a:rPr sz="2600" b="0">
                <a:solidFill>
                  <a:srgbClr val="333333"/>
                </a:solidFill>
                <a:latin typeface="Calibri"/>
              </a:rPr>
              <a:t>Links drop bits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parity checksum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Detect, do not correct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Even parity sets the check bit so the total ones count is even</a:t>
            </a:r>
          </a:p>
          <a:p>
            <a:pPr lvl="0" marL="457200" indent="-228600">
              <a:buFont typeface="Calibri"/>
              <a:spcAft>
                <a:spcPts val="1000"/>
              </a:spcAft>
              <a:buSzPct val="100000"/>
              <a:buChar char="•"/>
              <a:lnSpc>
                <a:spcPts val="2200"/>
              </a:lnSpc>
            </a:pPr>
            <a:r>
              <a:rPr sz="2000" b="0">
                <a:solidFill>
                  <a:srgbClr val="333333"/>
                </a:solidFill>
                <a:latin typeface="Calibri"/>
              </a:rPr>
              <a:t>Odd parity flips that sense</a:t>
            </a:r>
          </a:p>
          <a:p>
            <a:pPr lvl="0" marL="457200" indent="-228600">
              <a:buFont typeface="Calibri"/>
              <a:spcAft>
                <a:spcPts val="1000"/>
              </a:spcAft>
              <a:buSzPct val="100000"/>
              <a:buChar char="•"/>
              <a:lnSpc>
                <a:spcPts val="2200"/>
              </a:lnSpc>
            </a:pPr>
            <a:r>
              <a:rPr sz="2000" b="0">
                <a:solidFill>
                  <a:srgbClr val="333333"/>
                </a:solidFill>
                <a:latin typeface="Calibri"/>
              </a:rPr>
              <a:t>XOR of all bits is ones-count mod two</a:t>
            </a:r>
          </a:p>
          <a:p>
            <a:pPr lvl="0" marL="457200" indent="-228600">
              <a:buFont typeface="Calibri"/>
              <a:spcAft>
                <a:spcPts val="1000"/>
              </a:spcAft>
              <a:buSzPct val="100000"/>
              <a:buChar char="•"/>
              <a:lnSpc>
                <a:spcPts val="2200"/>
              </a:lnSpc>
            </a:pPr>
            <a:r>
              <a:rPr sz="2000" b="0">
                <a:solidFill>
                  <a:srgbClr val="333333"/>
                </a:solidFill>
                <a:latin typeface="Calibri"/>
              </a:rPr>
              <a:t>Parity does not correct bit errors</a:t>
            </a:r>
          </a:p>
          <a:p>
            <a:pPr lvl="0" marL="457200" indent="-228600">
              <a:buFont typeface="Calibri"/>
              <a:spcAft>
                <a:spcPts val="1000"/>
              </a:spcAft>
              <a:buSzPct val="100000"/>
              <a:buChar char="•"/>
              <a:lnSpc>
                <a:spcPts val="2200"/>
              </a:lnSpc>
            </a:pPr>
            <a:r>
              <a:rPr sz="2000" b="0">
                <a:solidFill>
                  <a:srgbClr val="333333"/>
                </a:solidFill>
                <a:latin typeface="Calibri"/>
              </a:rPr>
              <a:t>A multi-byte XOR checksum verifies when the fold comes back zero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parity checksum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Parity checksum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parity checksum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take data hex two-A</a:t>
            </a:r>
          </a:p>
          <a:p>
            <a:pPr lvl="0" marL="457200" indent="-228600">
              <a:buFont typeface="Calibri"/>
              <a:spcAft>
                <a:spcPts val="1000"/>
              </a:spcAft>
              <a:buSzPct val="100000"/>
              <a:buChar char="•"/>
              <a:lnSpc>
                <a:spcPts val="2200"/>
              </a:lnSpc>
            </a:pPr>
            <a:r>
              <a:rPr sz="2000" b="0">
                <a:solidFill>
                  <a:srgbClr val="333333"/>
                </a:solidFill>
                <a:latin typeface="Calibri"/>
              </a:rPr>
              <a:t>Count the ones, compute even and odd parity bits by hand</a:t>
            </a:r>
          </a:p>
          <a:p>
            <a:pPr lvl="0" marL="457200" indent="-228600">
              <a:buFont typeface="Calibri"/>
              <a:spcAft>
                <a:spcPts val="1000"/>
              </a:spcAft>
              <a:buSzPct val="100000"/>
              <a:buChar char="•"/>
              <a:lnSpc>
                <a:spcPts val="2200"/>
              </a:lnSpc>
            </a:pPr>
            <a:r>
              <a:rPr sz="2000" b="0">
                <a:solidFill>
                  <a:srgbClr val="333333"/>
                </a:solidFill>
                <a:latin typeface="Calibri"/>
              </a:rPr>
              <a:t>Sketch a three-byte XOR checksum and note that a corrupt byte fails the zero fold</a:t>
            </a:r>
          </a:p>
          <a:p>
            <a:pPr lvl="0" marL="457200" indent="-228600">
              <a:buFont typeface="Calibri"/>
              <a:spcAft>
                <a:spcPts val="1000"/>
              </a:spcAft>
              <a:buSzPct val="100000"/>
              <a:buChar char="•"/>
              <a:lnSpc>
                <a:spcPts val="2200"/>
              </a:lnSpc>
            </a:pPr>
            <a:r>
              <a:rPr sz="2000" b="0">
                <a:solidFill>
                  <a:srgbClr val="333333"/>
                </a:solidFill>
                <a:latin typeface="Calibri"/>
              </a:rPr>
              <a:t>Name one pitfall: assuming parity repairs the bad bit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parity checksum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parity as error correction</a:t>
            </a:r>
          </a:p>
          <a:p>
            <a:pPr lvl="0" marL="457200" indent="-228600">
              <a:buFont typeface="Calibri"/>
              <a:spcAft>
                <a:spcPts val="1000"/>
              </a:spcAft>
              <a:buSzPct val="100000"/>
              <a:buChar char="•"/>
              <a:lnSpc>
                <a:spcPts val="2200"/>
              </a:lnSpc>
            </a:pPr>
            <a:r>
              <a:rPr sz="2000" b="0">
                <a:solidFill>
                  <a:srgbClr val="333333"/>
                </a:solidFill>
                <a:latin typeface="Calibri"/>
              </a:rPr>
              <a:t>Even and odd modes disagree if you mix them across sender and receiver</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links still need framing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parity checksum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compute one parity bit and one XOR checksum by hand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fixed-point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parity checksum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