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seven-segment display turns a four-bit nibble into a glyph—zero through nine and A through F. Seven lines labeled a through g form the digit; a decoder maps the nibble to which segments light. Common-cathode parts treat one as segment on; common-anode parts invert the whole bus. This module makes nibble decode and polarity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 nibble A in common cathode drives one-one-one-zero-one-one-one—every segment on except d. Digit eight lights all seven; digit one lights only b and c on the right. Digit zero turns g off in the middle. Flip to common anode and the same glyph needs the bitwise complement on the drive bus. The decoder is a lookup table—ROM or case statement in RTL—not seven unrelated wires.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panel, the segment display and nibble picker, and the abcdefg drive readout. Load the starter—nibble A, common cathode, pattern one-one-one-zero-one-one-one. Try digits zero, one, and eight, then flip to common anode.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sketch segment layout a through g and label which segments form digit two. Write the common-cathode pattern for F. For nibble A on common anode, give the inverted drive string. Name one pitfall: wiring common cathode patterns into a common-anode board without inversion.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scramble segment order—this lab uses abcdefg as the bit string. Mixed-case hex letters are for readability, not arbitrary encoding. And remember: the browser lab is literacy. Real displays still need current limiting, multiplexing, and scan timing beyond a single static digit.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draw one digit and write its abcdefg pattern. When you are ready, take the short quiz, then continue to clock edge stepper.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Seven-segment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seven-segment display turns a four-bit nibble into a glyph, zero through nine and A through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seven segment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Segments, patterns, polarity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Starter nibble A in common cathode drives one-one-one-zero-one-one-one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Digit eight lights all seven; digit one lights only b and c on the right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Digit zero turns g off in the middle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Flip to common anode and the same glyph needs the bitwise complement on the drive bus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decoder is a lookup table, ROM or case statement in RTL, not seven unrelated wires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seven segment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Seven segment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seven segment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the common-cathode pattern for F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nibble A on common anode, give the inverted drive string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seven segment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scramble segment order, this lab uses abcdefg as the bit string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Mixed-case hex letters are for readability, not arbitrary encoding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displays still need current limiting, multiplexing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seven segment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draw one digit and write its abcdefg pattern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clock edge stepper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seven 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