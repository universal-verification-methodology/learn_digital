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puts a flip-flop into a known state—usually zero when rst_n is low. Synchronous reset samples rst_n only on the clock edge, inside always posedge clk. Asynchronous reset lists negedge rst_n in the sensitivity list and can clear q between edges. Active-low rst_n means zero asserts reset. This module compares both styles on one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scenario: drive D to one, take a posedge so both q_sync and q_async become one. Assert rst_n low mid-cycle—the async flop clears immediately; the sync flop still reads one until the next posedge. At a posedge with rst_n still low, both clear. Release rst_n high, then capture new data on a later edge. A short mid-cycle pulse may be ignored by sync reset if it ends before the sampling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dual FF waveforms, and the poke and posedge controls. Load the starter—mid-cycle reset with async cleared and sync still high. Run scenario scripts or step actions side by side.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sketch clk, rst_n, and q for sync versus async when reset falls between edges. Write the always block for each style. For rst_n low at posedge, do both FFs end at zero? Name one pitfall: releasing async reset too close to a clock edge without recovery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assume sync and async behave the same off the edge—this lab shows the split on purpose. rst_n naming implies active low, not “never reset.” And remember: the browser lab is literacy. Real SoCs still need reset trees, CDC, and recovery or removal checks beyond this pair of toy 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mid-cycle reset wave. When you are ready, take the short quiz, then continue to clock enable versus gated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Reset timelines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Reset puts a flip-flop into a known state, usually zero when rst_n is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Mid-cycle, edge,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scenario: drive D to one, take a posedge so both q_sync and q_async become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rst_n low mid-cycle, the async flop clears immediately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At a posedge with rst_n still low, both clear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Release rst_n high, then capture new data on a later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short mid-cycle pulse may be ignored by sync reset if it ends before the sampling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Reset timelines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sketch clk, rst_n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always block for each style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rst_n low at posedge, do both FFs end at zero?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releasing async reset too close to a clock edge without recovery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sync and async behave the same off the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Rst_n naming implies active low, not “never reset.” And remember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SoCs still need reset trees, CDC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mid-cycle reset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clock enable versus gated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reset timelines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