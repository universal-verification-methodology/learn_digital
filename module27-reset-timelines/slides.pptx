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Reset puts a flip-flop into a known state—usually zero when rst_n is low. Synchronous reset samples rst_n only on the clock edge, inside always posedge clk. Asynchronous reset lists negedge rst_n in the sensitivity list and can clear q between edges. Active-low rst_n means zero asserts reset. This module compares both styles on one timeline.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Starter scenario: drive D to one, take a posedge so both q_sync and q_async become one. Assert rst_n low mid-cycle—the async flop clears immediately; the sync flop still reads one until the next posedge. At a posedge with rst_n still low, both clear. Release rst_n high, then capture new data on a later edge. A short mid-cycle pulse may be ignored by sync reset if it ends before the sampling 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browser lab, look at three pieces: the challenge panel, the dual FF waveforms, and the poke and posedge controls. Load the starter—mid-cycle reset with async cleared and sync still high. Run scenario scripts or step actions side by side. Use Check when a challenge looks done.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the workbook track, sketch clk, rst_n, and q for sync versus async when reset falls between edges. Write the always block for each style. For rst_n low at posedge, do both FFs end at zero? Name one pitfall: releasing async reset too close to a clock edge without recovery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assume sync and async behave the same off the edge—this lab shows the split on purpose. rst_n naming implies active low, not “never reset.” And remember: the browser lab is literacy. Real SoCs still need reset trees, CDC, and recovery or removal checks beyond this pair of toy FFs.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the checklist for at least one track—preferably both. In the browser, finish a few challenges after the starter. On paper, draw one mid-cycle reset wave. When you are ready, take the short quiz, then continue to clock enable versus gated clock.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Reset timelines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</a:pPr>
            <a:r>
              <a:rPr sz="2600" b="0">
                <a:solidFill>
                  <a:srgbClr val="333333"/>
                </a:solidFill>
                <a:latin typeface="Calibri"/>
              </a:rPr>
              <a:t>Reset puts a flip-flop into a known state, usually zero when rst_n is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reset timelines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Mid-cycle, edge, release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Starter scenario: drive D to one, take a posedge so both q_sync and q_async become one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Assert rst_n low mid-cycle, the async flop clears immediately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At a posedge with rst_n still low, both clear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Release rst_n high, then capture new data on a later edge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A short mid-cycle pulse may be ignored by sync reset if it ends before the sampling 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reset timelines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Browser lab</a:t>
            </a:r>
          </a:p>
        </p:txBody>
      </p:sp>
      <p:pic>
        <p:nvPicPr>
          <p:cNvPr id="3" name="Picture 2" descr="lab-star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73152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Reset timelines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reset timelines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Workbook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workbook track, sketch clk, rst_n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Write the always block for each style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For rst_n low at posedge, do both FFs end at zero?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Name one pitfall: releasing async reset too close to a clock edge without recovery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reset timelines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Pitfalls to watch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Do not assume sync and async behave the same off the edge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Rst_n naming implies active low, not “never reset.” And remember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Real SoCs still need reset trees, CDC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reset timelines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</a:pPr>
            <a:r>
              <a:rPr sz="2800" b="1">
                <a:solidFill>
                  <a:srgbClr val="1A1A2E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Complete the checklist for at least one track, preferably both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In the browser, finish a few challenges after the starter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On paper, draw one mid-cycle reset wave</a:t>
            </a:r>
          </a:p>
          <a:p>
            <a:pPr lvl="0" marL="457200" indent="-228600">
              <a:buFont typeface="Calibri"/>
              <a:spcAft>
                <a:spcPts val="1000"/>
              </a:spcAft>
              <a:buSzPct val="100000"/>
              <a:buChar char="•"/>
              <a:lnSpc>
                <a:spcPts val="2200"/>
              </a:lnSpc>
            </a:pPr>
            <a:r>
              <a:rPr sz="2000" b="0">
                <a:solidFill>
                  <a:srgbClr val="333333"/>
                </a:solidFill>
                <a:latin typeface="Calibri"/>
              </a:rPr>
              <a:t>When you are ready, take the short quiz, then continue to clock enable versus gated clock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learn_digital — reset timelines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