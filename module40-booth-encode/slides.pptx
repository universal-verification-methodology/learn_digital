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Radix-four Booth recodes the multiplier Y into signed digits zero, plus or minus one, or plus or minus two. Each digit comes from an overlapping three-bit triplet of Y, with y minus one equals zero for the first group. Partial product i is digit i times X, shifted left by two i. Eight-bit Y yields four digits—half as many partial products as a plain array multiplier. The trade is a Booth table and signed partial-product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X equals hex zero C, twelve signed; Y equals hex one A, twenty-six. Encode Y into four Booth digits: minus two, minus one, plus two, zero. Digit zero triplet one-zero-zero uses y minus one equals zero. Partial products: minus twenty-four, minus forty-eight, plus three eighty-four, zero. Booth sum and signed X times Y both equal three twelve. Click Encode Y to see the bit grid, digit cards, and partial-product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enter X and Y or load the starter. The bit grid shows overlapping groups and y minus one. Digit cards show each triplet and shift amount. Partial products list digit times X with contributions. Try Example with minus-two digit or Highlight zero-one-one to plus two. Status confirms digits and product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paper, encode Y equals one A into four radix-four Booth digits using the cheat table. For triplet zero-one-one, record digit plus two. Compute partial products for X equals twelve and sum them. Draw how triplets overlap—each group shares one bit with the next. Name one pitfall: forgetting y minus one on the first digit.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Booth digits as plain binary—they are signed recoding. Triplet bits are y two i plus one, y two i, y two i minus one—not independent pairs. Partial products with minus one or minus two need signed X. And remember: this lab is concept literacy; real multipliers still need sign extension, rounding, and pipeline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encode the starter and confirm product three twelve. On paper, fill one row of the Booth table from a triplet you choose. When you are ready, take the short quiz, then continue to signed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Booth encode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Radix-four Booth recodes the multiplier Y into signed digits zero, plus or minus one, or plus or minus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booth encode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0C times 1A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Starter: X equals hex zero C, twelve signed; Y equals hex one A, twenty-six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Encode Y into four Booth digits: minus two, minus one, plus two,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Digit zero triplet one-zero-zero uses y minus one equals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Partial products: minus twenty-four, minus forty-eight, plus three eighty-four,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Booth sum and signed X times Y both equal three twelve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Click Encode Y to see the bit grid, digit cards, and partial-product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booth encode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Booth encode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booth encode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encode Y equals one A into four radix-four Booth digits using the cheat table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triplet zero-one-one, record digit plus two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Compute partial products for X equals twelve and sum them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Draw how triplets overlap, each group shares one bit with the next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forgetting y minus one on the first digit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booth encode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Booth digits as plain binary, they are signed recoding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Triplet bits are y two i plus one, y two i, y two i minus one, not independent pairs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Partial products with minus one or minus two need signed 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booth encode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encode the starter and confirm product three twelve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fill one row of the Booth table from a triplet you choose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signed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booth encode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