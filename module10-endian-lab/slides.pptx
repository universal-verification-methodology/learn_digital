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integer can sit in memory two ways. Little-endian puts the LSB at the lowest address; big-endian puts the MSB there. Network byte order is usually big-endian. Endianness does not change the integer value—it changes how bytes are laid out in RAM. This module makes pack and unpack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Unpack splits a word into bytes in address order for the chosen mode. Pack builds the word from bytes at plus zero through plus three. Byte-swap reverses the four bytes in the word. Compare LE versus BE when you want the side-by-side picture. For hex one-two-three-four-five-six-seven-eight, LE bytes at plus zero are seven-eight five-six three-four one-two; BE puts one-two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word and byte-at-address views, and Unpack, Pack, or Swap controls. Load the starter word hex one-two-three-four-five-six-seven-eight. Unpack in little-endian and confirm bytes seven-eight five-six three-four one-two. Switch to big-endian and compare layouts. Try pack from memory bytes or byte-swap to hex seven-eight-five-six-three-four-one-two.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take word one-two-three-four-five-six-seven-eight. Write LE and BE byte order at addresses plus zero through plus three. Pack LE bytes A-A B-B C-C D-D and check you get D-D C-C B-B A-A. Note one pitfall: assuming host endian always matches the wire or the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byte order with bit order inside a byte. Mixing LE and BE across a bus without conversion corrupts multi-byte fields. And remember: the browser lab is literacy. Real SoCs still need explicit endian policy on DMA, registers, and network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unpack one word both ways and pack one byte sequence. When you are ready, take the short quiz, then continue to truth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Endian packing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The same integer can sit in memory two 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endian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Unpack, pack, swap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Unpack splits a word into bytes in address order for the chosen mode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Pack builds the word from bytes at plus zero through plus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Byte-swap reverses the four bytes in the word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LE versus BE when you want the side-by-side picture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BE puts one-two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endian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Endian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endian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take word one-two-three-four-five-six-seven-eight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LE and BE byte order at addresses plus zero through plus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Pack LE bytes A-A B-B C-C D-D and check you get D-D C-C B-B A-A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Note one pitfall: assuming host endian always matches the wire or the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endian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byte order with bit order inside a byte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LE and BE across a bus without conversion corrupts multi-byte fields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SoCs still need explicit endian policy on DMA, registers, and network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endian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unpack one word both ways and pack one byte sequence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truth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endian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