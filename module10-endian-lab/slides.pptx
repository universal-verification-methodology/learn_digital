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integer can sit in memory two ways. Little-endian puts the LSB at the lowest address; big-endian puts the MSB there. Network byte order is usually big-endian. Endianness does not change the integer value—it changes how bytes are laid out in RAM. This module makes pack and unpack concrete.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Unpack splits a word into bytes in address order for the chosen mode. Pack builds the word from bytes at plus zero through plus three. Byte-swap reverses the four bytes in the word. Compare LE versus BE when you want the side-by-side picture. For hex one-two-three-four-five-six-seven-eight, LE bytes at plus zero are seven-eight five-six three-four one-two; BE puts one-two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look at three pieces: the challenge panel, the word and byte-at-address views, and Unpack, Pack, or Swap controls. Load the starter word hex one-two-three-four-five-six-seven-eight. Unpack in little-endian and confirm bytes seven-eight five-six three-four one-two. Switch to big-endian and compare layouts. Try pack from memory bytes or byte-swap to hex seven-eight-five-six-three-four-one-two. Use Check when a challenge looks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workbook track, take word one-two-three-four-five-six-seven-eight. Write LE and BE byte order at addresses plus zero through plus three. Pack LE bytes A-A B-B C-C D-D and check you get D-D C-C B-B A-A. Note one pitfall: assuming host endian always matches the wire or the spec.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confuse byte order with bit order inside a byte. Mixing LE and BE across a bus without conversion corrupts multi-byte fields. And remember: the browser lab is literacy. Real SoCs still need explicit endian policy on DMA, registers, and network frames.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the checklist for at least one track—preferably both. In the browser, finish a few challenges after the starter. On paper, unpack one word both ways and pack one byte sequence. When you are ready, take the short quiz, then continue to truth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Endian packing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The same integer can sit in memory two 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endian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Unpack, pack, swap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Unpack splits a word into bytes in address order for the chosen mode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Pack builds the word from bytes at plus zero through plus three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Byte-swap reverses the four bytes in the word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Compare LE versus BE when you want the side-by-side picture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BE puts one-two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endian lab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</a:t>
            </a:r>
          </a:p>
        </p:txBody>
      </p:sp>
      <p:pic>
        <p:nvPicPr>
          <p:cNvPr id="3" name="Picture 2" descr="lab-star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Endian lab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endian lab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Workbook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workbook track, take word one-two-three-four-five-six-seven-eight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Write LE and BE byte order at addresses plus zero through plus three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Pack LE bytes A-A B-B C-C D-D and check you get D-D C-C B-B A-A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Note one pitfall: assuming host endian always matches the wire or the spec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endian lab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confuse byte order with bit order inside a byte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Mixing LE and BE across a bus without conversion corrupts multi-byte fields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And remember: the browser lab is literacy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Real SoCs still need explicit endian policy on DMA, registers, and network frames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endian lab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checklist for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browser, finish a few challenges after the starter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paper, unpack one word both ways and pack one byte sequence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 are ready, take the short quiz, then continue to truth tables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endian lab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