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Ripple-carry waits for each Cout before the next Cin. Carry-lookahead computes generate and propagate per bit first. Generate G equals A and B—this bit forces a carry out. Propagate P equals A XOR B—the bit passes Cin through when G is zero. Recursive rule: C out equals G plus P times C in. Sum is P XOR C in. Expand C two, C three, and so on from G, P, and C zero—all carries in parallel, not one long ripple. This module reads the G/P table and steps through expanded equations.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Starter: four-bit A equals five, B equals three, C zero zero. Bit zero: both inputs one, so G zero is one and P zero is zero—G forces C one to one even with C zero zero. Step to reveal C one, C two, and the expanded forms—C two includes G one plus P one dot G zero. Full reveal: sum eight, Cout zero. If G is one, carry out is one regardless of Cin. If G is zero and P is one, carry passes. If both are zero, carry is killed.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look at three pieces: the G and P table per bit, the expanded carry equations, and the sum strip. Load the starter—four-bit five plus three. Reveal carries one at a time or Show all. Compare with ripple: more lookahead logic, shorter carry delay. Use Check when a challenge looks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workbook track, write G, P, and C one for bit zero of five plus three. Expand C two symbolically from G one, P one, G zero, and C zero. Explain generate versus propagate in one sentence each. Sketch why CLA trades area for speed versus ripple. Name one pitfall: confusing G with P or forgetting sum uses P XOR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treat expanded equations as magic—each term is a real AND-OR path. G equals one always wins; P equals zero kills carry regardless of Cin. Wide adders use prefix trees, not one giant flat expansion. And remember: the browser lab is literacy. Real RTL still needs sensible grouping and timing on carry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the checklist for at least one track—preferably both. In the browser, finish a few challenges after the starter. On paper, write one recursive C equation and one expanded C two. When you are ready, take the short quiz, then continue to the array multiplier.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Carry-lookahead G/P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Ripple-carry waits for each Cout before the next Cin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carry look ahead adder propagate and generate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Five plus three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Starter: four-bit A equals five, B equals three, C zero zero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Bit zero: both inputs one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Step to reveal C one, C two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Full reveal: sum eight, Cout zero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If G is one, carry out is one regardless of Cin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If G is zero and P is one, carry passes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carry look ahead adder propagate and generate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</a:t>
            </a:r>
          </a:p>
        </p:txBody>
      </p:sp>
      <p:pic>
        <p:nvPicPr>
          <p:cNvPr id="3" name="Picture 2" descr="lab-star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7315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Carry-lookahead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carry look ahead adder propagate and generate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Workbook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workbook track, write G, P, and C one for bit zero of five plus three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Expand C two symbolically from G one, P one, G zero, and C zero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Explain generate versus propagate in one sentence each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Sketch why CLA trades area for speed versus ripple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Name one pitfall: confusing G with P or forgetting sum uses P XOR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carry look ahead adder propagate and generate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treat expanded equations as magic, each term is a real AND-OR path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G equals one always wins; P equals zero kills carry regardless of Cin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Wide adders use prefix trees, not one giant flat expansion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And remember: the browser lab is literacy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Real RTL still needs sensible grouping and timing on carry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carry look ahead adder propagate and generate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checklist for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browser, finish a few challenges after the starter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paper, write one recursive C equation and one expanded C two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 are ready, take the short quiz, then continue to the array multiplier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carry look ahead adder propagate and generate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