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Dual-port RAM gives two independent access ports—address, write enable, and data in—sharing one memory array. Both ports can read or write on the same clock edge. Different addresses behave independently. Same address with a write is a collision; the policy decides what each port reads and what data is stored. Common policies are write-first, read-first, and don't-care. Vendor block RAM documents vary—never assume.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eight-by-eight RAM with write-first policy. Port A at address zero, port B at address one—no collision. Step clock to read both ports independently. Then preset W slash W collision: both ports write the same address—port A data wins on store. Or preset W slash R: port A writes while port B reads. Under write-first, B sees new data; under read-first, B sees old data; under don't-care, the read may show 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set collision policy and configure port A and B. The memory grid highlights A in blue, B in violet, both in amber. Step clk applies both ports together. Status shows cycle, collision kind, and policy. Try Preset independent R, W slash W, and W slash R, then switch policies and step again.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paper, draw an eight-word RAM with two ports. Trace independent reads at addr zero and three. Tabulate collision cases: W slash W, W slash R, R slash R same address. For W slash R with write-first, note whether the read port sees old or new data. Name one pitfall: assuming all BRAMs behave the same on collision.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ignore same-address writes—W slash W may leave undefined priority without a documented policy. Read-first versus write-first changes W slash R behavior on the read port. R slash R at the same address is fine—both see the same cell. And remember: true dual-port versus simple dual-port differs in hardware; this lab is behavioral literacy.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step independent ports, then collide with two policies. On paper, sketch one W slash R timing with read-first. When you are ready, take the short quiz, then continue to byte-enable memory.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Dual-port RAM</a:t>
            </a:r>
          </a:p>
          <a:p>
            <a:pPr algn="ctr">
              <a:lnSpc>
                <a:spcPts val="2200"/>
              </a:lnSpc>
              <a:spcBef>
                <a:spcPts val="1400"/>
              </a:spcBef>
            </a:pPr>
            <a:r>
              <a:rPr sz="2600" b="0">
                <a:solidFill>
                  <a:srgbClr val="333333"/>
                </a:solidFill>
                <a:latin typeface="Calibri"/>
              </a:rPr>
              <a:t>Dual-port RAM gives two independent access ports, address, write enable, and data in, sharing one memory array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dual port ram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Independent ports starter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eight-by-eight RAM with write-first policy</a:t>
            </a:r>
          </a:p>
          <a:p>
            <a:pPr lvl="0" marL="457200" indent="-228600">
              <a:buFont typeface="Calibri"/>
              <a:spcAft>
                <a:spcPts val="1000"/>
              </a:spcAft>
              <a:buSzPct val="100000"/>
              <a:buChar char="•"/>
              <a:lnSpc>
                <a:spcPts val="2200"/>
              </a:lnSpc>
            </a:pPr>
            <a:r>
              <a:rPr sz="2000" b="0">
                <a:solidFill>
                  <a:srgbClr val="333333"/>
                </a:solidFill>
                <a:latin typeface="Calibri"/>
              </a:rPr>
              <a:t>Port A at address zero, port B at address one, no collision</a:t>
            </a:r>
          </a:p>
          <a:p>
            <a:pPr lvl="0" marL="457200" indent="-228600">
              <a:buFont typeface="Calibri"/>
              <a:spcAft>
                <a:spcPts val="1000"/>
              </a:spcAft>
              <a:buSzPct val="100000"/>
              <a:buChar char="•"/>
              <a:lnSpc>
                <a:spcPts val="2200"/>
              </a:lnSpc>
            </a:pPr>
            <a:r>
              <a:rPr sz="2000" b="0">
                <a:solidFill>
                  <a:srgbClr val="333333"/>
                </a:solidFill>
                <a:latin typeface="Calibri"/>
              </a:rPr>
              <a:t>Step clock to read both ports independently</a:t>
            </a:r>
          </a:p>
          <a:p>
            <a:pPr lvl="0" marL="457200" indent="-228600">
              <a:buFont typeface="Calibri"/>
              <a:spcAft>
                <a:spcPts val="1000"/>
              </a:spcAft>
              <a:buSzPct val="100000"/>
              <a:buChar char="•"/>
              <a:lnSpc>
                <a:spcPts val="2200"/>
              </a:lnSpc>
            </a:pPr>
            <a:r>
              <a:rPr sz="2000" b="0">
                <a:solidFill>
                  <a:srgbClr val="333333"/>
                </a:solidFill>
                <a:latin typeface="Calibri"/>
              </a:rPr>
              <a:t>Then preset W slash W collision</a:t>
            </a:r>
          </a:p>
          <a:p>
            <a:pPr lvl="0" marL="457200" indent="-228600">
              <a:buFont typeface="Calibri"/>
              <a:spcAft>
                <a:spcPts val="1000"/>
              </a:spcAft>
              <a:buSzPct val="100000"/>
              <a:buChar char="•"/>
              <a:lnSpc>
                <a:spcPts val="2200"/>
              </a:lnSpc>
            </a:pPr>
            <a:r>
              <a:rPr sz="2000" b="0">
                <a:solidFill>
                  <a:srgbClr val="333333"/>
                </a:solidFill>
                <a:latin typeface="Calibri"/>
              </a:rPr>
              <a:t>Or preset W slash R: port A writes while port B reads</a:t>
            </a:r>
          </a:p>
          <a:p>
            <a:pPr lvl="0" marL="457200" indent="-228600">
              <a:buFont typeface="Calibri"/>
              <a:spcAft>
                <a:spcPts val="1000"/>
              </a:spcAft>
              <a:buSzPct val="100000"/>
              <a:buChar char="•"/>
              <a:lnSpc>
                <a:spcPts val="2200"/>
              </a:lnSpc>
            </a:pPr>
            <a:r>
              <a:rPr sz="2000" b="0">
                <a:solidFill>
                  <a:srgbClr val="333333"/>
                </a:solidFill>
                <a:latin typeface="Calibri"/>
              </a:rPr>
              <a:t>Under write-first, B sees new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dual port ram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Dual-port RAM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dual port ram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paper, draw an eight-word RAM with two ports</a:t>
            </a:r>
          </a:p>
          <a:p>
            <a:pPr lvl="0" marL="457200" indent="-228600">
              <a:buFont typeface="Calibri"/>
              <a:spcAft>
                <a:spcPts val="1000"/>
              </a:spcAft>
              <a:buSzPct val="100000"/>
              <a:buChar char="•"/>
              <a:lnSpc>
                <a:spcPts val="2200"/>
              </a:lnSpc>
            </a:pPr>
            <a:r>
              <a:rPr sz="2000" b="0">
                <a:solidFill>
                  <a:srgbClr val="333333"/>
                </a:solidFill>
                <a:latin typeface="Calibri"/>
              </a:rPr>
              <a:t>Trace independent reads at addr zero and three</a:t>
            </a:r>
          </a:p>
          <a:p>
            <a:pPr lvl="0" marL="457200" indent="-228600">
              <a:buFont typeface="Calibri"/>
              <a:spcAft>
                <a:spcPts val="1000"/>
              </a:spcAft>
              <a:buSzPct val="100000"/>
              <a:buChar char="•"/>
              <a:lnSpc>
                <a:spcPts val="2200"/>
              </a:lnSpc>
            </a:pPr>
            <a:r>
              <a:rPr sz="2000" b="0">
                <a:solidFill>
                  <a:srgbClr val="333333"/>
                </a:solidFill>
                <a:latin typeface="Calibri"/>
              </a:rPr>
              <a:t>Tabulate collision cases: W slash W, W slash R, R slash R same address</a:t>
            </a:r>
          </a:p>
          <a:p>
            <a:pPr lvl="0" marL="457200" indent="-228600">
              <a:buFont typeface="Calibri"/>
              <a:spcAft>
                <a:spcPts val="1000"/>
              </a:spcAft>
              <a:buSzPct val="100000"/>
              <a:buChar char="•"/>
              <a:lnSpc>
                <a:spcPts val="2200"/>
              </a:lnSpc>
            </a:pPr>
            <a:r>
              <a:rPr sz="2000" b="0">
                <a:solidFill>
                  <a:srgbClr val="333333"/>
                </a:solidFill>
                <a:latin typeface="Calibri"/>
              </a:rPr>
              <a:t>For W slash R with write-first, note whether the read port sees old or new data</a:t>
            </a:r>
          </a:p>
          <a:p>
            <a:pPr lvl="0" marL="457200" indent="-228600">
              <a:buFont typeface="Calibri"/>
              <a:spcAft>
                <a:spcPts val="1000"/>
              </a:spcAft>
              <a:buSzPct val="100000"/>
              <a:buChar char="•"/>
              <a:lnSpc>
                <a:spcPts val="2200"/>
              </a:lnSpc>
            </a:pPr>
            <a:r>
              <a:rPr sz="2000" b="0">
                <a:solidFill>
                  <a:srgbClr val="333333"/>
                </a:solidFill>
                <a:latin typeface="Calibri"/>
              </a:rPr>
              <a:t>Name one pitfall: assuming all BRAMs behave the same on collision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dual port ram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ignore same-address writes</a:t>
            </a:r>
          </a:p>
          <a:p>
            <a:pPr lvl="0" marL="457200" indent="-228600">
              <a:buFont typeface="Calibri"/>
              <a:spcAft>
                <a:spcPts val="1000"/>
              </a:spcAft>
              <a:buSzPct val="100000"/>
              <a:buChar char="•"/>
              <a:lnSpc>
                <a:spcPts val="2200"/>
              </a:lnSpc>
            </a:pPr>
            <a:r>
              <a:rPr sz="2000" b="0">
                <a:solidFill>
                  <a:srgbClr val="333333"/>
                </a:solidFill>
                <a:latin typeface="Calibri"/>
              </a:rPr>
              <a:t>Read-first versus write-first changes W slash R behavior on the read port</a:t>
            </a:r>
          </a:p>
          <a:p>
            <a:pPr lvl="0" marL="457200" indent="-228600">
              <a:buFont typeface="Calibri"/>
              <a:spcAft>
                <a:spcPts val="1000"/>
              </a:spcAft>
              <a:buSzPct val="100000"/>
              <a:buChar char="•"/>
              <a:lnSpc>
                <a:spcPts val="2200"/>
              </a:lnSpc>
            </a:pPr>
            <a:r>
              <a:rPr sz="2000" b="0">
                <a:solidFill>
                  <a:srgbClr val="333333"/>
                </a:solidFill>
                <a:latin typeface="Calibri"/>
              </a:rPr>
              <a:t>R slash R at the same address is fine, both see the same cell</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dual port ram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step independent ports, then collide with two policies</a:t>
            </a:r>
          </a:p>
          <a:p>
            <a:pPr lvl="0" marL="457200" indent="-228600">
              <a:buFont typeface="Calibri"/>
              <a:spcAft>
                <a:spcPts val="1000"/>
              </a:spcAft>
              <a:buSzPct val="100000"/>
              <a:buChar char="•"/>
              <a:lnSpc>
                <a:spcPts val="2200"/>
              </a:lnSpc>
            </a:pPr>
            <a:r>
              <a:rPr sz="2000" b="0">
                <a:solidFill>
                  <a:srgbClr val="333333"/>
                </a:solidFill>
                <a:latin typeface="Calibri"/>
              </a:rPr>
              <a:t>On paper, sketch one W slash R timing with read-first</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byte-enable memory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dual port 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