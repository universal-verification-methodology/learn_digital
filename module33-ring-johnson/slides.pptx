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shift register with feedback becomes a counter without a binary adder. A ring counter feeds the MSB back into the LSB—the one-hot bit walks: zero-zero-zero-one becomes zero-zero-one-zero, and so on. Period N for N bits with one-hot init. A Johnson counter feeds inverted MSB—a twisted ring that visits two-N distinct states from all-zero. Same shift chain, different feedback tap. This module steps both and compares periods.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Starter: ring mode with one-hot pattern zero-zero-zero-one. Step once and the one moves to zero-zero-one-zero—feedback equals q-three, shift into q-zero. Four steps complete a full ring period back to zero-zero-zero-one. Switch to Johnson: load zero-zero-zero-zero, step eight times for the full two-N cycle. Watch the feedback box—plain q-three for ring, not-q-three for Johnson. Beware all-zero on a ring—it can lock with zero feedback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look at three pieces: the feedback chain diagram, the sequence strip, and the RTL snippet for each mode. Load the starter—ring one-hot zero-zero-zero-one. Step, run full ring period, or try Johnson eight states. Use Check when a challenge looks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workbook track, write the always block for ring versus Johnson feedback. List four ring states starting from zero-zero-zero-one. Count Johnson states for four bits—why two-N? Sketch what happens if a ring starts at all-zero. Name one pitfall: invalid init or illegal states without recovery.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confuse display order—here q-three through q-zero is MSB left. Ring needs valid one-hot init; Johnson needs the right reset. Neither replaces a binary counter when you need full two-to-the-N counting. And remember: the browser lab is literacy. Real designs still need timing, enable, and illegal-state handling.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In the browser, finish a few challenges after the starter. On paper, draw one ring walk and one Johnson feedback inversion. When you are ready, take the short quiz, then continue to LFSR and PRBS.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Ring / Johnson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 shift register with feedback becomes a counter without a binary adder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ring johnson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Ring walk starter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Starter: ring mode with one-hot pattern zero-zero-zero-one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Step once and the one moves to zero-zero-one-zero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Four steps complete a full ring period back to zero-zero-zero-one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Switch to Johnson: load zero-zero-zero-zero, step eight times for the full two-N cycle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Watch the feedback box, plain q-three for ring, not-q-three for Johnson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Beware all-zero on a ring, it can lock with zero feedback forever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ring johnson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Ring Johnson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ring johnson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Workbook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workbook track, write the always block for ring versus Johnson feedback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List four ring states starting from zero-zero-zero-one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Count Johnson states for four bits, why two-N?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Sketch what happens if a ring starts at all-zero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Name one pitfall: invalid init or illegal states without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ring johnson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confuse display order, here q-three through q-zero is MSB left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Ring needs valid one-hot init; Johnson needs the right reset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Neither replaces a binary counter when you need full two-to-the-N counting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remember: the browser lab is literacy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Real designs still need timing, enable, and illegal-state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ring johnson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browser, finish a few challenges after the starter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paper, draw one ring walk and one Johnson feedback inversion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are ready, take the short quiz, then continue to LFSR and PRBS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learn_digital — ring johnson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