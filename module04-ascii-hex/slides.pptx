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Logs, ROMs, and memory dumps are often rows of hex with a printable side view. ASCII is just a mapping from byte values to characters—and many bytes are not printable. This module builds dump literacy: read a byte as hex, know common controls, and see why non-printables show as dots.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Printable ASCII typically starts at hex twenty—the space—and runs through the usual letters and digits. Newline is line feed, hex zero A. A C-style string ends with NUL, hex zero zero. When a dump cannot show a glyph, it prints a dot so the columns still line up. Hex on the left and glyphs on the right are two views of the same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challenge panel, the hex/ASCII dump view, and the explain or write controls. Load the starter—you should see “Hi,” a newline, “OK,” then a NUL, with more text later in the buffer. Select a byte and Explain, or write a control. Use Check when a challenge looks done. Explore a few; no full tour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write a tiny dump by hand. Encode the letters H and i, then a line feed, then O and K, then NUL. Mark which offsets are printable and which would show as dots. Name one RTL or bring-up pitfall: treating a binary buffer as text, or forgetting that NUL ends a C string even when more bytes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assume every byte is a letter—controls and high bytes break that story. Do not confuse hex “zero A” with the digit characters for one and zero. And remember: the browser lab is literacy. Real dumps from simulators and flash still use the same byte-to-glyph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dump a short string with one control and one NUL. When you are ready, take the short quiz, then continue to Gray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ASCII / hex dump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Logs, ROMs, and memory dumps are often rows of hex with a printable side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ascii hex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Bytes, glyphs,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Printable ASCII typically starts at hex twenty, the space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Newline is line feed, hex zero A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C-style string ends with NUL, hex zero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a dump cannot show a glyph, it prints a dot so the columns still line up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Hex on the left and glyphs on the right are two views of the same 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ascii hex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ASCII hex dump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ascii hex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write a tiny dump by hand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Encode the letters H and i, then a line feed, then O and K, then NUL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Mark which offsets are printable and which would show as dots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RTL or bring-up pitfall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ascii hex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assume every byte is a letter, controls and high bytes break that story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hex “zero A” with the digit characters for one and 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dumps from simulators and flash still use the same byte-to-glyph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ascii hex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dump a short string with one control and one NUL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Gray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ascii hex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