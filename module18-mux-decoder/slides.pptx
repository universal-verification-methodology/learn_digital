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multiplexer picks one data input under select control—two inputs need one select bit, four inputs need two. A decoder drives one hot outputs from a binary address. An encoder compresses one hot back to a binary code, often with a valid flag and priority on conflicts. This module makes all three directions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Two-to-one mux: Y equals D zero when S is zero, D one when S is one. Four-to-one extends the select field. A two-to-four decoder lights exactly one Y line for addr zero zero through one one. Priority encoder: if I one and I three are both set, high-index-first may report three with V equals one. All inputs zero means V equals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panel, the mux or decoder or encoder diagram, and the input toggles. Load the starter—a two-to-one mux with S equals zero, D zero equals one, D one equals zero, so Y equals one. Switch modes to try a four-to-one mux, a two-to-four decoder, or an encoder challenge.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write the two-to-one mux truth table by hand. For addr one zero on a two-to-four decoder, say which Y line is high. Encode only I three set and give Y and V. Name one pitfall: confusing mux select width with decoder output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tie multiple decoder outputs high at once—that is not one-hot. Encoder priority rules differ by design—know high versus low index first. And remember: the browser lab is literacy. Real buses still need enables, tri-states, and timing on select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sketch one mux and one decoder example. When you are ready, take the short quiz, then continue to priority and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Mux, decoder, encoder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multiplexer picks one data input under select control, two inputs need one select bit, four inputs need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mux decoder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Select, one-hot, encode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Two-to-one mux: Y equals D zero when S is zero, D one when S is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Four-to-one extends the select field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two-to-four decoder lights exactly one Y line for addr zero zero through one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Priority encoder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All inputs zero means V equals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mux decoder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Mux decoder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mux decoder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write the two-to-one mux truth table by hand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addr one zero on a two-to-four decoder, say which Y line is high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Encode only I three set and give Y and V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confusing mux select width with decoder output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mux decoder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tie multiple decoder outputs high at once, that is not one-hot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Encoder priority rules differ by design, know high versus low index first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buses still need enables, tri-states, and timing on select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mux decoder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sketch one mux and one decoder example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priority and 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mux decoder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