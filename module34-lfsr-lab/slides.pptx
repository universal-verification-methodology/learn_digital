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linear feedback shift register is a shift chain with XOR taps feeding the next MSB. Each clock, feedback XORs selected bits, shifts in at the top, and the LSB falls out—that bit stream is PRBS, pseudo-random binary sequence. Pick a maximal polynomial and a nonzero seed and you visit every nonzero state before repeating. Period is two-to-the-n minus one. LFSRs show up in scramblers, built-in self-test, and link training. This module steps a Fibonacci LFSR and measures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four-bit maximal polynomial x-four plus x plus one, seed zero-zero-zero-one. Step and watch feedback XOR the taps, the register shift, and PRBS bits accumulate. Measure period—you should see fifteen before the seed returns. Try the short polynomial x-four plus x-squared plus one for contrast—period under fifteen. Load all-zero and see the lock warning: feedback stays zero forever. Never seed all-zero on a real LFSR.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XOR feedback chain with tap highlights, the state sequence strip, and the PRBS stream readout. Load the starter—maximal four-bit, seed zero-zero-zero-one. Step, measure period, or compare short versus maximal polynomials.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the Fibonacci update for a four-bit LFSR with taps at MSB and LSB. Compute period for n equals four with a maximal poly. Sketch why all-zero is forbidden. Explain one use case: PRBS for a serial link or BIST pattern. Name one pitfall: non-maximal polynomial or bad seed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PRBS with true random—it repeats after the period. Maximal taps matter; a wrong polynomial shortens the cycle. All-zero locks the register. And remember: the browser lab is literacy. Real designs still need tap polynomials from tables, seed logic, and synchronization on receive.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LFSR step with XOR feedback. When you are ready, take the short quiz, then continue to the ripple-carry adder animator.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LFSR / PRBS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linear feedback shift register is a shift chain with XOR taps feeding the next MSB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Maximal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four-bit maximal polynomial x-four plus x plus one, seed zero-zero-zero-one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and watch feedback XOR the taps, the register shift, and PRBS bits accumulate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Measure period, you should see fifteen before the seed returns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Try the short polynomial x-four plus x-squared plus one for contrast, period under fifteen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all-zero and see the lock warning: feedback stays zero forever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Never seed all-zero on a real LFSR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LFSR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Compute period for n equals four with a maximal poly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why all-zero is forbidden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one use case: PRBS for a serial link or BIST pattern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non-maximal polynomial or bad seed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PRBS with true random, it repeats after the period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Maximal taps matter; a wrong polynomial shortens the cycle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All-zero locks the register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tap polynomials from tables, seed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LFSR step with XOR feedback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the ripple-carry adder animator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lfsr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