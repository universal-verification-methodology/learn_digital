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often needs fractions without a full floating-point unit. Fixed-point Qm.n keeps a binary point: m bits for the integer side including sign, n bits for the fraction. Decode divides the signed raw integer by two to the n. This module makes scale, step, and saturation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lab, total width W equals m plus n. The smallest positive step is two to the minus n. Encoding a real multiplies by two to the n and rounds into the bit field; values past the range saturate. Changing n with the same raw bits moves the binary point and changes the real value. m includes the sign bit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Qm.n bit view with the binary point, and Encode or Decode controls. Load the starter for Q four-dot-four raw hex one-eight, which decodes to one-point-five. Encode zero-point-five and a negative like minus one-point-two-five. Try a huge encode to see saturation, or change n and watch the real value shift.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take Q four-dot-four. Show why raw twenty-four is one-point-five, and why raw eight is zero-point-five. Compute the step size as one sixteenth. Note the approximate min near minus eight. Name one pitfall: treating raw bits as a float without dividing by two to the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forget the scale when you mix formats. Saturation is not the same as wrap. And remember: the browser lab is literacy. Real DSP still needs agreed Q formats, rounding modes, and overflow policy across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encode and decode one Q four-dot-four value by hand. When you are ready, take the short quiz, then continue to bit-fields.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Fixed-point Qm.n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Hardware often needs fractions without a full floating-point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fixed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Scale, step, and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this lab, total width W equals m plus 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smallest positive step is two to the minus 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Encoding a real multiplies by two to the n and rounds into the bit field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n with the same raw bits moves the binary point and changes the real value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 includes the sign bit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fixed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Fixed-point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fixed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take Q four-dot-four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why raw twenty-four is one-point-five, and why raw eight is zero-point-five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Compute the step size as one sixteenth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Note the approximate min near minus eight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treating raw bits as a float without dividing by two to the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fixed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forget the scale when you mix formats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Saturation is not the same as wrap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DSP still needs agreed Q formats, rounding modes, and overflow policy across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fixed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encode and decode one Q four-dot-four value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bit-fields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fixed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