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synchronous FIFO shares one clock. An async FIFO crosses clock domains: write on wclk, read on rclk. Pointers must not cross as binary—use Gray code so only one bit changes per step. Each side synchronizes the remote Gray pointer through two flip-flops. Empty compares read Gray to synced write Gray. Full compares next write Gray to synced read Gray with inverted MSBs. An extra pointer bit distinguishes full from empty when addresses wrap.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Starter: depth-eight FIFO, empty equals one, full equals zero. Write domain has wbin and wgray; read domain has rbin and rgray. Step wclk to write wdata hex A5 if not full—wbin advances, wgray updates. Remote rgray syncs through rq1 and rq2 into the write domain for full detection. Step rclk on the read side—wq1 and wq2 sync wgray for empty. After writes and sync settle, empty clears and a read returns the oldest byte. Demo write, sync, read walks the full path.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step wclk and rclk independently. Memory strip shows write and read addresses. Flags show full, empty, and occupancy. Domain panels list binary and Gray pointers plus sync stages. Try Fill until full, Drain until empty, or Nudge both clks to let synchronizers settle. Show Gray table for bin-to-Gray mapping.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paper, compute Gray for binary zero through three. Draw write and read domains with two-FF synchronizers crossing between them. Explain why binary pointers are unsafe for CDC. Write the empty condition in words. Trace one write on wclk and when the read side can safely see not-empty.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compare unsynchronized binary pointers across clocks. Empty and full can lag a few cycles after the other domain moves—that is intentional. Gray is required because multi-bit binary can glitch during CDC. And remember: this sketch is behavioral literacy; real FIFOs need reset, timing, and vendor-specific full-empty equations.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write once, sync, read once, then fill and drain. On paper, list Gray codes for four binary values. When you are ready, take the short quiz, then continue to handshake valid-ready.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Async FIFO (Gray)</a:t>
            </a:r>
          </a:p>
          <a:p>
            <a:pPr algn="ctr">
              <a:lnSpc>
                <a:spcPts val="2200"/>
              </a:lnSpc>
              <a:spcBef>
                <a:spcPts val="1400"/>
              </a:spcBef>
            </a:pPr>
            <a:r>
              <a:rPr sz="2600" b="0">
                <a:solidFill>
                  <a:srgbClr val="333333"/>
                </a:solidFill>
                <a:latin typeface="Calibri"/>
              </a:rPr>
              <a:t>A synchronous FIFO shares one clock</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Empty starter</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Starter: depth-eight FIFO, empty equals one, full equals zero</a:t>
            </a:r>
          </a:p>
          <a:p>
            <a:pPr lvl="0" marL="457200" indent="-228600">
              <a:buFont typeface="Calibri"/>
              <a:spcAft>
                <a:spcPts val="1000"/>
              </a:spcAft>
              <a:buSzPct val="100000"/>
              <a:buChar char="•"/>
              <a:lnSpc>
                <a:spcPts val="2200"/>
              </a:lnSpc>
            </a:pPr>
            <a:r>
              <a:rPr sz="2000" b="0">
                <a:solidFill>
                  <a:srgbClr val="333333"/>
                </a:solidFill>
                <a:latin typeface="Calibri"/>
              </a:rPr>
              <a:t>Write domain has wbin and wgray; read domain has rbin and rgray</a:t>
            </a:r>
          </a:p>
          <a:p>
            <a:pPr lvl="0" marL="457200" indent="-228600">
              <a:buFont typeface="Calibri"/>
              <a:spcAft>
                <a:spcPts val="1000"/>
              </a:spcAft>
              <a:buSzPct val="100000"/>
              <a:buChar char="•"/>
              <a:lnSpc>
                <a:spcPts val="2200"/>
              </a:lnSpc>
            </a:pPr>
            <a:r>
              <a:rPr sz="2000" b="0">
                <a:solidFill>
                  <a:srgbClr val="333333"/>
                </a:solidFill>
                <a:latin typeface="Calibri"/>
              </a:rPr>
              <a:t>Step wclk to write wdata hex A5 if not full, wbin advances, wgray updates</a:t>
            </a:r>
          </a:p>
          <a:p>
            <a:pPr lvl="0" marL="457200" indent="-228600">
              <a:buFont typeface="Calibri"/>
              <a:spcAft>
                <a:spcPts val="1000"/>
              </a:spcAft>
              <a:buSzPct val="100000"/>
              <a:buChar char="•"/>
              <a:lnSpc>
                <a:spcPts val="2200"/>
              </a:lnSpc>
            </a:pPr>
            <a:r>
              <a:rPr sz="2000" b="0">
                <a:solidFill>
                  <a:srgbClr val="333333"/>
                </a:solidFill>
                <a:latin typeface="Calibri"/>
              </a:rPr>
              <a:t>Remote rgray syncs through rq1 and rq2 into the write domain for full detection</a:t>
            </a:r>
          </a:p>
          <a:p>
            <a:pPr lvl="0" marL="457200" indent="-228600">
              <a:buFont typeface="Calibri"/>
              <a:spcAft>
                <a:spcPts val="1000"/>
              </a:spcAft>
              <a:buSzPct val="100000"/>
              <a:buChar char="•"/>
              <a:lnSpc>
                <a:spcPts val="2200"/>
              </a:lnSpc>
            </a:pPr>
            <a:r>
              <a:rPr sz="2000" b="0">
                <a:solidFill>
                  <a:srgbClr val="333333"/>
                </a:solidFill>
                <a:latin typeface="Calibri"/>
              </a:rPr>
              <a:t>Step rclk on the read side, wq1 and wq2 sync wgray for empty</a:t>
            </a:r>
          </a:p>
          <a:p>
            <a:pPr lvl="0" marL="457200" indent="-228600">
              <a:buFont typeface="Calibri"/>
              <a:spcAft>
                <a:spcPts val="1000"/>
              </a:spcAft>
              <a:buSzPct val="100000"/>
              <a:buChar char="•"/>
              <a:lnSpc>
                <a:spcPts val="2200"/>
              </a:lnSpc>
            </a:pPr>
            <a:r>
              <a:rPr sz="2000" b="0">
                <a:solidFill>
                  <a:srgbClr val="333333"/>
                </a:solidFill>
                <a:latin typeface="Calibri"/>
              </a:rPr>
              <a:t>After writes and sync settle, empty clears and a read returns the oldest byte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Async FIFO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 paper, compute Gray for binary zero through three</a:t>
            </a:r>
          </a:p>
          <a:p>
            <a:pPr lvl="0" marL="457200" indent="-228600">
              <a:buFont typeface="Calibri"/>
              <a:spcAft>
                <a:spcPts val="1000"/>
              </a:spcAft>
              <a:buSzPct val="100000"/>
              <a:buChar char="•"/>
              <a:lnSpc>
                <a:spcPts val="2200"/>
              </a:lnSpc>
            </a:pPr>
            <a:r>
              <a:rPr sz="2000" b="0">
                <a:solidFill>
                  <a:srgbClr val="333333"/>
                </a:solidFill>
                <a:latin typeface="Calibri"/>
              </a:rPr>
              <a:t>Draw write and read domains with two-FF synchronizers crossing between them</a:t>
            </a:r>
          </a:p>
          <a:p>
            <a:pPr lvl="0" marL="457200" indent="-228600">
              <a:buFont typeface="Calibri"/>
              <a:spcAft>
                <a:spcPts val="1000"/>
              </a:spcAft>
              <a:buSzPct val="100000"/>
              <a:buChar char="•"/>
              <a:lnSpc>
                <a:spcPts val="2200"/>
              </a:lnSpc>
            </a:pPr>
            <a:r>
              <a:rPr sz="2000" b="0">
                <a:solidFill>
                  <a:srgbClr val="333333"/>
                </a:solidFill>
                <a:latin typeface="Calibri"/>
              </a:rPr>
              <a:t>Explain why binary pointers are unsafe for CDC</a:t>
            </a:r>
          </a:p>
          <a:p>
            <a:pPr lvl="0" marL="457200" indent="-228600">
              <a:buFont typeface="Calibri"/>
              <a:spcAft>
                <a:spcPts val="1000"/>
              </a:spcAft>
              <a:buSzPct val="100000"/>
              <a:buChar char="•"/>
              <a:lnSpc>
                <a:spcPts val="2200"/>
              </a:lnSpc>
            </a:pPr>
            <a:r>
              <a:rPr sz="2000" b="0">
                <a:solidFill>
                  <a:srgbClr val="333333"/>
                </a:solidFill>
                <a:latin typeface="Calibri"/>
              </a:rPr>
              <a:t>Write the empty condition in words</a:t>
            </a:r>
          </a:p>
          <a:p>
            <a:pPr lvl="0" marL="457200" indent="-228600">
              <a:buFont typeface="Calibri"/>
              <a:spcAft>
                <a:spcPts val="1000"/>
              </a:spcAft>
              <a:buSzPct val="100000"/>
              <a:buChar char="•"/>
              <a:lnSpc>
                <a:spcPts val="2200"/>
              </a:lnSpc>
            </a:pPr>
            <a:r>
              <a:rPr sz="2000" b="0">
                <a:solidFill>
                  <a:srgbClr val="333333"/>
                </a:solidFill>
                <a:latin typeface="Calibri"/>
              </a:rPr>
              <a:t>Trace one write on wclk and when the read side can safely see not-empty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compare unsynchronized binary pointers across clocks</a:t>
            </a:r>
          </a:p>
          <a:p>
            <a:pPr lvl="0" marL="457200" indent="-228600">
              <a:buFont typeface="Calibri"/>
              <a:spcAft>
                <a:spcPts val="1000"/>
              </a:spcAft>
              <a:buSzPct val="100000"/>
              <a:buChar char="•"/>
              <a:lnSpc>
                <a:spcPts val="2200"/>
              </a:lnSpc>
            </a:pPr>
            <a:r>
              <a:rPr sz="2000" b="0">
                <a:solidFill>
                  <a:srgbClr val="333333"/>
                </a:solidFill>
                <a:latin typeface="Calibri"/>
              </a:rPr>
              <a:t>Empty and full can lag a few cycles after the other domain moves, that is intentional</a:t>
            </a:r>
          </a:p>
          <a:p>
            <a:pPr lvl="0" marL="457200" indent="-228600">
              <a:buFont typeface="Calibri"/>
              <a:spcAft>
                <a:spcPts val="1000"/>
              </a:spcAft>
              <a:buSzPct val="100000"/>
              <a:buChar char="•"/>
              <a:lnSpc>
                <a:spcPts val="2200"/>
              </a:lnSpc>
            </a:pPr>
            <a:r>
              <a:rPr sz="2000" b="0">
                <a:solidFill>
                  <a:srgbClr val="333333"/>
                </a:solidFill>
                <a:latin typeface="Calibri"/>
              </a:rPr>
              <a:t>Gray is required because multi-bit binary can glitch during CDC</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write once, sync, read once, then fill and drain</a:t>
            </a:r>
          </a:p>
          <a:p>
            <a:pPr lvl="0" marL="457200" indent="-228600">
              <a:buFont typeface="Calibri"/>
              <a:spcAft>
                <a:spcPts val="1000"/>
              </a:spcAft>
              <a:buSzPct val="100000"/>
              <a:buChar char="•"/>
              <a:lnSpc>
                <a:spcPts val="2200"/>
              </a:lnSpc>
            </a:pPr>
            <a:r>
              <a:rPr sz="2000" b="0">
                <a:solidFill>
                  <a:srgbClr val="333333"/>
                </a:solidFill>
                <a:latin typeface="Calibri"/>
              </a:rPr>
              <a:t>On paper, list Gray codes for four binary values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handshake valid-ready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async fifo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