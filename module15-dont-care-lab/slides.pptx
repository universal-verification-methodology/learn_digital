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input combinations never happen—or the output does not matter when they do. Mark them X in the table. Minimize over ones you must cover; treat X as zero or one if it helps. That can drop literals and terms compared to ignoring X. This module makes with-X versus without-X covers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product term must cover all ON minterms. Cubes must never include an OFF row. Don’t-care rows are optional—you choose zero or one to enlarge groups. Sigma-m with d lists minterms and don’t-cares. Compare covers side by side to see the shrink.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F column with blue X cells, and Minimize or Compare controls. Load the starter—ON at zero, two, five, and seven, X at one and three. Minimize with X and check you get A-prime plus C. Compare with and without X to see A-prime C-prime plus AC shrink to two terms.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take the starter pattern by hand. Write the ignore-X SOP, then regroup using X at one and three. Confirm the with-X form has fewer terms. Try a two-variable preset with one ON and one X. Name one pitfall: treating X as OFF by default and missing a smaller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let a group cover an OFF row. X is not “don’t optimize”—it is “pick whichever helps.” And remember: the browser lab is literacy. Real designs still need a spec for what is truly unreachable versus merely unused.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minimize one small table with at least one X. When you are ready, take the short quiz, then continue to logic hazards.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Don’t-care minimization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Some input combinations never happen, or the output does not matter when they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dont care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ON, OFF, and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Every product term must cover all ON minterms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Cubes must never include an OFF row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Don’t-care rows are optional, you choose zero or one to enlarge groups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Sigma-m with d lists minterms and don’t-cares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covers side by side to see the shrink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dont care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Don’t-care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dont care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take the starter pattern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the ignore-X SOP, then regroup using X at one and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the with-X form has fewer terms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Try a two-variable preset with one ON and one 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treating X as OFF by default and missing a smaller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dont care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let a group cover an OFF row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X is not “don’t optimize”, it is “pick whichever helps.” And remember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designs still need a spec for what is truly unreachable versus merely unused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dont care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minimize one small table with at least one 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logic hazards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dont care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