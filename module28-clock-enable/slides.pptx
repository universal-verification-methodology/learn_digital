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save power or skip cycles you can stop updating a register—but how you stop matters. Clock enable keeps clk free-running and loads only when ce is high: if ce, q gets d. AND-gating the clock feeds clk and ce into an AND—if ce changes while clk is high, a glitch can fake an extra edge. Integrated clock gates latch enable when clk is low, then AND—safer when you truly must gate. This module compares all three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clock-enable mode with ce equals one—each posedge loads d into q. Set ce to zero and q holds even if d changes—that is recycle without touching the clock tree. Switch to AND-gated mode and arm an enable glitch while clk is high—the warning lights up. ICG sketch shows latched enable for cleaner gating. Preferred RTL default: clock enable on the data path, not raw AND on clk.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clk-ce-q wave strip and diagram, and the RTL snippet for each style. Load the starter—clock enable with free-running clk. Run the demo load-then-hold, try gated glitch, or switch to ICG.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write the always block for clock enable versus AND-gated clock. Sketch clk, ce, and q for CE equals one then CE equals zero with d changing. Explain why ce toggling during clk high is risky for gated mode. Name one pitfall: using AND-gated clocks without an ICG cell in real silicon.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holding q with stopping the clock—CE holds data; gating stops edges. Glitches on gated clocks can cause extra captures or timing nightmares. And remember: the browser lab is literacy. Real designs still need clock-tree constraints, ICG rules, and STA on enable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CE hold wave and one gated-glitch caution. When you are ready, take the short quiz, then continue to CDC and two-FF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Clock enable vs gated clock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 save power or skip cycles you can stop updating a register, but how you stop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enable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Load, hold, glitch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clock-enable mode with ce equals one, each posedge loads d into q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Set ce to zero and q holds even if d changes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Switch to AND-gated mode and arm an enable glitch while clk is high, the warning lights up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ICG sketch shows latched enable for cleaner gating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Preferred RTL default: clock enable on the data path, not raw AND on clk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enable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Clock enable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enable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write the always block for clock enable versus AND-gated clock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clk, ce, and q for CE equals one then CE equals zero with d changing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why ce toggling during clk high is risky for gated mode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using AND-gated clocks without an ICG cell in real silicon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enable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holding q with stopping the clock, CE holds data; gating stops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Glitches on gated clocks can cause extra captures or timing nightmares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designs still need clock-tree constraints, ICG rules, and STA on enable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enable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CE hold wave and one gated-glitch caution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CDC and two-FF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enable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